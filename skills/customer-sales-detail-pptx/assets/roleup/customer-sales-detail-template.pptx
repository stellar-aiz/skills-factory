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4"/>
  </p:sldMasterIdLst>
  <p:notesMasterIdLst>
    <p:notesMasterId r:id="rId6"/>
  </p:notesMasterIdLst>
  <p:handoutMasterIdLst>
    <p:handoutMasterId r:id="rId7"/>
  </p:handoutMasterIdLst>
  <p:sldIdLst>
    <p:sldId id="2147480764" r:id="rId5"/>
  </p:sldIdLst>
  <p:sldSz cx="10691813" cy="7559675"/>
  <p:notesSz cx="6858000" cy="9144000"/>
  <p:custDataLst>
    <p:tags r:id="rId8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  <p:cmAuthor id="3" name="QAD 上原 光徳/Uehara, Mitsunori (NTT DATA)" initials="Q上光M(D" lastIdx="3" clrIdx="2">
    <p:extLst>
      <p:ext uri="{19B8F6BF-5375-455C-9EA6-DF929625EA0E}">
        <p15:presenceInfo xmlns:p15="http://schemas.microsoft.com/office/powerpoint/2012/main" userId="S::Mitsunori.Uehara@jp.nttdata.com::37b1c3ba-4dc0-4ab6-8ca6-e39079f72e79" providerId="AD"/>
      </p:ext>
    </p:extLst>
  </p:cmAuthor>
  <p:cmAuthor id="4" name="TIG 片岡 瑠美/Kataoka, Rumi (NTT DATA)" initials="T片瑠R(D" lastIdx="1" clrIdx="3">
    <p:extLst>
      <p:ext uri="{19B8F6BF-5375-455C-9EA6-DF929625EA0E}">
        <p15:presenceInfo xmlns:p15="http://schemas.microsoft.com/office/powerpoint/2012/main" userId="TIG 片岡 瑠美/Kataoka, Rumi (NTT DATA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AD"/>
    <a:srgbClr val="595959"/>
    <a:srgbClr val="7F7F7F"/>
    <a:srgbClr val="000000"/>
    <a:srgbClr val="CC99FF"/>
    <a:srgbClr val="FFCCFF"/>
    <a:srgbClr val="404040"/>
    <a:srgbClr val="C0C0C0"/>
    <a:srgbClr val="A3DAFE"/>
    <a:srgbClr val="FF7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22F52D-8D55-644B-9283-27EE51DD72F6}" v="1" dt="2026-03-22T07:54:57.0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324"/>
    <p:restoredTop sz="94660"/>
  </p:normalViewPr>
  <p:slideViewPr>
    <p:cSldViewPr snapToGrid="0">
      <p:cViewPr>
        <p:scale>
          <a:sx n="75" d="100"/>
          <a:sy n="75" d="100"/>
        </p:scale>
        <p:origin x="144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tags" Target="tags/tag1.xml"/><Relationship Id="rId9" Type="http://schemas.openxmlformats.org/officeDocument/2006/relationships/commentAuthors" Target="commentAuthor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福元 允亮" userId="12e1d508-426e-4c6a-b43b-7681266f9ca9" providerId="ADAL" clId="{4FB9097D-FD44-E242-A68C-2137823CC664}"/>
    <pc:docChg chg="undo custSel modSld">
      <pc:chgData name="福元 允亮" userId="12e1d508-426e-4c6a-b43b-7681266f9ca9" providerId="ADAL" clId="{4FB9097D-FD44-E242-A68C-2137823CC664}" dt="2026-03-12T04:26:49.545" v="184" actId="120"/>
      <pc:docMkLst>
        <pc:docMk/>
      </pc:docMkLst>
      <pc:sldChg chg="addSp delSp modSp mod">
        <pc:chgData name="福元 允亮" userId="12e1d508-426e-4c6a-b43b-7681266f9ca9" providerId="ADAL" clId="{4FB9097D-FD44-E242-A68C-2137823CC664}" dt="2026-03-12T04:26:49.545" v="184" actId="120"/>
        <pc:sldMkLst>
          <pc:docMk/>
          <pc:sldMk cId="3001053428" sldId="2147480764"/>
        </pc:sldMkLst>
        <pc:spChg chg="mod">
          <ac:chgData name="福元 允亮" userId="12e1d508-426e-4c6a-b43b-7681266f9ca9" providerId="ADAL" clId="{4FB9097D-FD44-E242-A68C-2137823CC664}" dt="2026-03-12T01:15:21.182" v="127" actId="948"/>
          <ac:spMkLst>
            <pc:docMk/>
            <pc:sldMk cId="3001053428" sldId="2147480764"/>
            <ac:spMk id="2" creationId="{BA5EF566-D16A-40BE-C039-67C80A2CFA91}"/>
          </ac:spMkLst>
        </pc:spChg>
        <pc:spChg chg="mod">
          <ac:chgData name="福元 允亮" userId="12e1d508-426e-4c6a-b43b-7681266f9ca9" providerId="ADAL" clId="{4FB9097D-FD44-E242-A68C-2137823CC664}" dt="2026-03-12T01:15:23.816" v="173" actId="20577"/>
          <ac:spMkLst>
            <pc:docMk/>
            <pc:sldMk cId="3001053428" sldId="2147480764"/>
            <ac:spMk id="3" creationId="{12D73F1F-49C9-5A45-B9E8-D6F68FC949FD}"/>
          </ac:spMkLst>
        </pc:spChg>
        <pc:graphicFrameChg chg="add mod modVis">
          <ac:chgData name="福元 允亮" userId="12e1d508-426e-4c6a-b43b-7681266f9ca9" providerId="ADAL" clId="{4FB9097D-FD44-E242-A68C-2137823CC664}" dt="2026-03-12T01:15:21.236" v="162"/>
          <ac:graphicFrameMkLst>
            <pc:docMk/>
            <pc:sldMk cId="3001053428" sldId="2147480764"/>
            <ac:graphicFrameMk id="8" creationId="{8B876925-78A3-0D6D-A136-2CE4548C6FDC}"/>
          </ac:graphicFrameMkLst>
        </pc:graphicFrameChg>
      </pc:sldChg>
    </pc:docChg>
  </pc:docChgLst>
  <pc:docChgLst>
    <pc:chgData name="福元 允亮" userId="12e1d508-426e-4c6a-b43b-7681266f9ca9" providerId="ADAL" clId="{BA46FE6B-DFBB-DD4A-A67B-362D8C1E4B9F}"/>
    <pc:docChg chg="undo custSel modSld">
      <pc:chgData name="福元 允亮" userId="12e1d508-426e-4c6a-b43b-7681266f9ca9" providerId="ADAL" clId="{BA46FE6B-DFBB-DD4A-A67B-362D8C1E4B9F}" dt="2026-03-13T04:37:38.033" v="292" actId="478"/>
      <pc:docMkLst>
        <pc:docMk/>
      </pc:docMkLst>
      <pc:sldChg chg="addSp delSp modSp mod">
        <pc:chgData name="福元 允亮" userId="12e1d508-426e-4c6a-b43b-7681266f9ca9" providerId="ADAL" clId="{BA46FE6B-DFBB-DD4A-A67B-362D8C1E4B9F}" dt="2026-03-13T04:37:38.033" v="292" actId="478"/>
        <pc:sldMkLst>
          <pc:docMk/>
          <pc:sldMk cId="3001053428" sldId="2147480764"/>
        </pc:sldMkLst>
        <pc:spChg chg="add mod">
          <ac:chgData name="福元 允亮" userId="12e1d508-426e-4c6a-b43b-7681266f9ca9" providerId="ADAL" clId="{BA46FE6B-DFBB-DD4A-A67B-362D8C1E4B9F}" dt="2026-03-12T06:37:01.825" v="160" actId="1035"/>
          <ac:spMkLst>
            <pc:docMk/>
            <pc:sldMk cId="3001053428" sldId="2147480764"/>
            <ac:spMk id="4" creationId="{A41518AA-1C1A-DA33-6FA9-723EECF5C725}"/>
          </ac:spMkLst>
        </pc:spChg>
        <pc:spChg chg="add mod">
          <ac:chgData name="福元 允亮" userId="12e1d508-426e-4c6a-b43b-7681266f9ca9" providerId="ADAL" clId="{BA46FE6B-DFBB-DD4A-A67B-362D8C1E4B9F}" dt="2026-03-12T07:06:36.055" v="280" actId="3064"/>
          <ac:spMkLst>
            <pc:docMk/>
            <pc:sldMk cId="3001053428" sldId="2147480764"/>
            <ac:spMk id="10" creationId="{416129BB-F894-C51D-D6D2-DA0DAAFDA083}"/>
          </ac:spMkLst>
        </pc:spChg>
        <pc:spChg chg="mod topLvl">
          <ac:chgData name="福元 允亮" userId="12e1d508-426e-4c6a-b43b-7681266f9ca9" providerId="ADAL" clId="{BA46FE6B-DFBB-DD4A-A67B-362D8C1E4B9F}" dt="2026-03-12T06:40:48.844" v="259" actId="165"/>
          <ac:spMkLst>
            <pc:docMk/>
            <pc:sldMk cId="3001053428" sldId="2147480764"/>
            <ac:spMk id="11" creationId="{C8567CF8-291A-D428-8755-8F667602279B}"/>
          </ac:spMkLst>
        </pc:spChg>
        <pc:spChg chg="mod topLvl">
          <ac:chgData name="福元 允亮" userId="12e1d508-426e-4c6a-b43b-7681266f9ca9" providerId="ADAL" clId="{BA46FE6B-DFBB-DD4A-A67B-362D8C1E4B9F}" dt="2026-03-13T04:37:10.927" v="285" actId="113"/>
          <ac:spMkLst>
            <pc:docMk/>
            <pc:sldMk cId="3001053428" sldId="2147480764"/>
            <ac:spMk id="18" creationId="{C5780C6E-FAE4-EDA4-D73B-AA75E3CD5161}"/>
          </ac:spMkLst>
        </pc:spChg>
        <pc:spChg chg="mod topLvl">
          <ac:chgData name="福元 允亮" userId="12e1d508-426e-4c6a-b43b-7681266f9ca9" providerId="ADAL" clId="{BA46FE6B-DFBB-DD4A-A67B-362D8C1E4B9F}" dt="2026-03-13T04:37:35.417" v="291" actId="404"/>
          <ac:spMkLst>
            <pc:docMk/>
            <pc:sldMk cId="3001053428" sldId="2147480764"/>
            <ac:spMk id="21" creationId="{461C2B07-B5D0-F3CF-428F-58D5CF9E615E}"/>
          </ac:spMkLst>
        </pc:spChg>
        <pc:spChg chg="mod">
          <ac:chgData name="福元 允亮" userId="12e1d508-426e-4c6a-b43b-7681266f9ca9" providerId="ADAL" clId="{BA46FE6B-DFBB-DD4A-A67B-362D8C1E4B9F}" dt="2026-03-13T04:37:02.477" v="283" actId="552"/>
          <ac:spMkLst>
            <pc:docMk/>
            <pc:sldMk cId="3001053428" sldId="2147480764"/>
            <ac:spMk id="23" creationId="{CF5A2BEE-E40D-41A4-5432-F5E1E4EA7249}"/>
          </ac:spMkLst>
        </pc:spChg>
        <pc:spChg chg="mod topLvl">
          <ac:chgData name="福元 允亮" userId="12e1d508-426e-4c6a-b43b-7681266f9ca9" providerId="ADAL" clId="{BA46FE6B-DFBB-DD4A-A67B-362D8C1E4B9F}" dt="2026-03-12T06:40:51.326" v="261" actId="20577"/>
          <ac:spMkLst>
            <pc:docMk/>
            <pc:sldMk cId="3001053428" sldId="2147480764"/>
            <ac:spMk id="24" creationId="{0A33AA27-D06B-76A0-5E63-E60329755492}"/>
          </ac:spMkLst>
        </pc:spChg>
        <pc:spChg chg="mod">
          <ac:chgData name="福元 允亮" userId="12e1d508-426e-4c6a-b43b-7681266f9ca9" providerId="ADAL" clId="{BA46FE6B-DFBB-DD4A-A67B-362D8C1E4B9F}" dt="2026-03-13T04:37:29.077" v="290" actId="552"/>
          <ac:spMkLst>
            <pc:docMk/>
            <pc:sldMk cId="3001053428" sldId="2147480764"/>
            <ac:spMk id="25" creationId="{EA20B274-E7EE-9086-404B-837948643604}"/>
          </ac:spMkLst>
        </pc:spChg>
        <pc:spChg chg="mod topLvl">
          <ac:chgData name="福元 允亮" userId="12e1d508-426e-4c6a-b43b-7681266f9ca9" providerId="ADAL" clId="{BA46FE6B-DFBB-DD4A-A67B-362D8C1E4B9F}" dt="2026-03-13T04:37:10.927" v="285" actId="113"/>
          <ac:spMkLst>
            <pc:docMk/>
            <pc:sldMk cId="3001053428" sldId="2147480764"/>
            <ac:spMk id="26" creationId="{876A2651-5ACA-7D32-3293-3C028515778B}"/>
          </ac:spMkLst>
        </pc:spChg>
        <pc:spChg chg="mod topLvl">
          <ac:chgData name="福元 允亮" userId="12e1d508-426e-4c6a-b43b-7681266f9ca9" providerId="ADAL" clId="{BA46FE6B-DFBB-DD4A-A67B-362D8C1E4B9F}" dt="2026-03-13T04:37:35.417" v="291" actId="404"/>
          <ac:spMkLst>
            <pc:docMk/>
            <pc:sldMk cId="3001053428" sldId="2147480764"/>
            <ac:spMk id="28" creationId="{A2733814-C9C4-33DA-D8C3-0790F6E66858}"/>
          </ac:spMkLst>
        </pc:spChg>
        <pc:spChg chg="mod topLvl">
          <ac:chgData name="福元 允亮" userId="12e1d508-426e-4c6a-b43b-7681266f9ca9" providerId="ADAL" clId="{BA46FE6B-DFBB-DD4A-A67B-362D8C1E4B9F}" dt="2026-03-12T06:40:53.071" v="263" actId="20577"/>
          <ac:spMkLst>
            <pc:docMk/>
            <pc:sldMk cId="3001053428" sldId="2147480764"/>
            <ac:spMk id="30" creationId="{4158A282-19BE-62B6-B728-D963FB7491EC}"/>
          </ac:spMkLst>
        </pc:spChg>
        <pc:spChg chg="mod topLvl">
          <ac:chgData name="福元 允亮" userId="12e1d508-426e-4c6a-b43b-7681266f9ca9" providerId="ADAL" clId="{BA46FE6B-DFBB-DD4A-A67B-362D8C1E4B9F}" dt="2026-03-13T04:37:10.927" v="285" actId="113"/>
          <ac:spMkLst>
            <pc:docMk/>
            <pc:sldMk cId="3001053428" sldId="2147480764"/>
            <ac:spMk id="31" creationId="{63D5BBF3-3025-A844-AB32-38D7BF94EF51}"/>
          </ac:spMkLst>
        </pc:spChg>
        <pc:spChg chg="mod topLvl">
          <ac:chgData name="福元 允亮" userId="12e1d508-426e-4c6a-b43b-7681266f9ca9" providerId="ADAL" clId="{BA46FE6B-DFBB-DD4A-A67B-362D8C1E4B9F}" dt="2026-03-13T04:37:35.417" v="291" actId="404"/>
          <ac:spMkLst>
            <pc:docMk/>
            <pc:sldMk cId="3001053428" sldId="2147480764"/>
            <ac:spMk id="32" creationId="{4BB6AF90-9948-5950-2D09-4042B9210917}"/>
          </ac:spMkLst>
        </pc:spChg>
        <pc:cxnChg chg="mod topLvl">
          <ac:chgData name="福元 允亮" userId="12e1d508-426e-4c6a-b43b-7681266f9ca9" providerId="ADAL" clId="{BA46FE6B-DFBB-DD4A-A67B-362D8C1E4B9F}" dt="2026-03-12T06:40:16.271" v="254" actId="465"/>
          <ac:cxnSpMkLst>
            <pc:docMk/>
            <pc:sldMk cId="3001053428" sldId="2147480764"/>
            <ac:cxnSpMk id="14" creationId="{AA3329D2-F079-3432-90D0-AFC357ED7A56}"/>
          </ac:cxnSpMkLst>
        </pc:cxnChg>
        <pc:cxnChg chg="mod topLvl">
          <ac:chgData name="福元 允亮" userId="12e1d508-426e-4c6a-b43b-7681266f9ca9" providerId="ADAL" clId="{BA46FE6B-DFBB-DD4A-A67B-362D8C1E4B9F}" dt="2026-03-12T06:39:50.264" v="246" actId="165"/>
          <ac:cxnSpMkLst>
            <pc:docMk/>
            <pc:sldMk cId="3001053428" sldId="2147480764"/>
            <ac:cxnSpMk id="27" creationId="{7C46F714-70A5-C921-7CCA-8693858A63E8}"/>
          </ac:cxnSpMkLst>
        </pc:cxnChg>
        <pc:cxnChg chg="add mod">
          <ac:chgData name="福元 允亮" userId="12e1d508-426e-4c6a-b43b-7681266f9ca9" providerId="ADAL" clId="{BA46FE6B-DFBB-DD4A-A67B-362D8C1E4B9F}" dt="2026-03-12T06:40:44.017" v="258" actId="465"/>
          <ac:cxnSpMkLst>
            <pc:docMk/>
            <pc:sldMk cId="3001053428" sldId="2147480764"/>
            <ac:cxnSpMk id="36" creationId="{1AF83BDB-F708-A105-B896-15734BB3F6D9}"/>
          </ac:cxnSpMkLst>
        </pc:cxnChg>
      </pc:sldChg>
    </pc:docChg>
  </pc:docChgLst>
  <pc:docChgLst>
    <pc:chgData name="福元 允亮" userId="12e1d508-426e-4c6a-b43b-7681266f9ca9" providerId="ADAL" clId="{8F22F52D-8D55-644B-9283-27EE51DD72F6}"/>
    <pc:docChg chg="custSel modSld">
      <pc:chgData name="福元 允亮" userId="12e1d508-426e-4c6a-b43b-7681266f9ca9" providerId="ADAL" clId="{8F22F52D-8D55-644B-9283-27EE51DD72F6}" dt="2026-03-22T07:57:04.470" v="58" actId="207"/>
      <pc:docMkLst>
        <pc:docMk/>
      </pc:docMkLst>
      <pc:sldChg chg="addSp delSp modSp mod">
        <pc:chgData name="福元 允亮" userId="12e1d508-426e-4c6a-b43b-7681266f9ca9" providerId="ADAL" clId="{8F22F52D-8D55-644B-9283-27EE51DD72F6}" dt="2026-03-22T07:57:04.470" v="58" actId="207"/>
        <pc:sldMkLst>
          <pc:docMk/>
          <pc:sldMk cId="3001053428" sldId="2147480764"/>
        </pc:sldMkLst>
        <pc:spChg chg="del mod">
          <ac:chgData name="福元 允亮" userId="12e1d508-426e-4c6a-b43b-7681266f9ca9" providerId="ADAL" clId="{8F22F52D-8D55-644B-9283-27EE51DD72F6}" dt="2026-03-22T07:56:50.908" v="54" actId="478"/>
          <ac:spMkLst>
            <pc:docMk/>
            <pc:sldMk cId="3001053428" sldId="2147480764"/>
            <ac:spMk id="4" creationId="{A41518AA-1C1A-DA33-6FA9-723EECF5C725}"/>
          </ac:spMkLst>
        </pc:spChg>
        <pc:spChg chg="add mod">
          <ac:chgData name="福元 允亮" userId="12e1d508-426e-4c6a-b43b-7681266f9ca9" providerId="ADAL" clId="{8F22F52D-8D55-644B-9283-27EE51DD72F6}" dt="2026-03-22T07:57:04.470" v="58" actId="207"/>
          <ac:spMkLst>
            <pc:docMk/>
            <pc:sldMk cId="3001053428" sldId="2147480764"/>
            <ac:spMk id="5" creationId="{3A7F7E99-247D-A1E7-B8D7-48C0261EC454}"/>
          </ac:spMkLst>
        </pc:spChg>
        <pc:spChg chg="del">
          <ac:chgData name="福元 允亮" userId="12e1d508-426e-4c6a-b43b-7681266f9ca9" providerId="ADAL" clId="{8F22F52D-8D55-644B-9283-27EE51DD72F6}" dt="2026-03-22T07:55:20.655" v="1" actId="478"/>
          <ac:spMkLst>
            <pc:docMk/>
            <pc:sldMk cId="3001053428" sldId="2147480764"/>
            <ac:spMk id="11" creationId="{C8567CF8-291A-D428-8755-8F667602279B}"/>
          </ac:spMkLst>
        </pc:spChg>
        <pc:spChg chg="del">
          <ac:chgData name="福元 允亮" userId="12e1d508-426e-4c6a-b43b-7681266f9ca9" providerId="ADAL" clId="{8F22F52D-8D55-644B-9283-27EE51DD72F6}" dt="2026-03-22T07:55:20.655" v="1" actId="478"/>
          <ac:spMkLst>
            <pc:docMk/>
            <pc:sldMk cId="3001053428" sldId="2147480764"/>
            <ac:spMk id="18" creationId="{C5780C6E-FAE4-EDA4-D73B-AA75E3CD5161}"/>
          </ac:spMkLst>
        </pc:spChg>
        <pc:spChg chg="del">
          <ac:chgData name="福元 允亮" userId="12e1d508-426e-4c6a-b43b-7681266f9ca9" providerId="ADAL" clId="{8F22F52D-8D55-644B-9283-27EE51DD72F6}" dt="2026-03-22T07:55:18.781" v="0" actId="478"/>
          <ac:spMkLst>
            <pc:docMk/>
            <pc:sldMk cId="3001053428" sldId="2147480764"/>
            <ac:spMk id="21" creationId="{461C2B07-B5D0-F3CF-428F-58D5CF9E615E}"/>
          </ac:spMkLst>
        </pc:spChg>
        <pc:spChg chg="del">
          <ac:chgData name="福元 允亮" userId="12e1d508-426e-4c6a-b43b-7681266f9ca9" providerId="ADAL" clId="{8F22F52D-8D55-644B-9283-27EE51DD72F6}" dt="2026-03-22T07:55:23.111" v="2" actId="478"/>
          <ac:spMkLst>
            <pc:docMk/>
            <pc:sldMk cId="3001053428" sldId="2147480764"/>
            <ac:spMk id="23" creationId="{CF5A2BEE-E40D-41A4-5432-F5E1E4EA7249}"/>
          </ac:spMkLst>
        </pc:spChg>
        <pc:spChg chg="del">
          <ac:chgData name="福元 允亮" userId="12e1d508-426e-4c6a-b43b-7681266f9ca9" providerId="ADAL" clId="{8F22F52D-8D55-644B-9283-27EE51DD72F6}" dt="2026-03-22T07:55:18.781" v="0" actId="478"/>
          <ac:spMkLst>
            <pc:docMk/>
            <pc:sldMk cId="3001053428" sldId="2147480764"/>
            <ac:spMk id="24" creationId="{0A33AA27-D06B-76A0-5E63-E60329755492}"/>
          </ac:spMkLst>
        </pc:spChg>
        <pc:spChg chg="del">
          <ac:chgData name="福元 允亮" userId="12e1d508-426e-4c6a-b43b-7681266f9ca9" providerId="ADAL" clId="{8F22F52D-8D55-644B-9283-27EE51DD72F6}" dt="2026-03-22T07:55:23.111" v="2" actId="478"/>
          <ac:spMkLst>
            <pc:docMk/>
            <pc:sldMk cId="3001053428" sldId="2147480764"/>
            <ac:spMk id="25" creationId="{EA20B274-E7EE-9086-404B-837948643604}"/>
          </ac:spMkLst>
        </pc:spChg>
        <pc:spChg chg="del">
          <ac:chgData name="福元 允亮" userId="12e1d508-426e-4c6a-b43b-7681266f9ca9" providerId="ADAL" clId="{8F22F52D-8D55-644B-9283-27EE51DD72F6}" dt="2026-03-22T07:55:18.781" v="0" actId="478"/>
          <ac:spMkLst>
            <pc:docMk/>
            <pc:sldMk cId="3001053428" sldId="2147480764"/>
            <ac:spMk id="26" creationId="{876A2651-5ACA-7D32-3293-3C028515778B}"/>
          </ac:spMkLst>
        </pc:spChg>
        <pc:spChg chg="del">
          <ac:chgData name="福元 允亮" userId="12e1d508-426e-4c6a-b43b-7681266f9ca9" providerId="ADAL" clId="{8F22F52D-8D55-644B-9283-27EE51DD72F6}" dt="2026-03-22T07:55:18.781" v="0" actId="478"/>
          <ac:spMkLst>
            <pc:docMk/>
            <pc:sldMk cId="3001053428" sldId="2147480764"/>
            <ac:spMk id="28" creationId="{A2733814-C9C4-33DA-D8C3-0790F6E66858}"/>
          </ac:spMkLst>
        </pc:spChg>
        <pc:spChg chg="del">
          <ac:chgData name="福元 允亮" userId="12e1d508-426e-4c6a-b43b-7681266f9ca9" providerId="ADAL" clId="{8F22F52D-8D55-644B-9283-27EE51DD72F6}" dt="2026-03-22T07:55:18.781" v="0" actId="478"/>
          <ac:spMkLst>
            <pc:docMk/>
            <pc:sldMk cId="3001053428" sldId="2147480764"/>
            <ac:spMk id="30" creationId="{4158A282-19BE-62B6-B728-D963FB7491EC}"/>
          </ac:spMkLst>
        </pc:spChg>
        <pc:spChg chg="del">
          <ac:chgData name="福元 允亮" userId="12e1d508-426e-4c6a-b43b-7681266f9ca9" providerId="ADAL" clId="{8F22F52D-8D55-644B-9283-27EE51DD72F6}" dt="2026-03-22T07:55:18.781" v="0" actId="478"/>
          <ac:spMkLst>
            <pc:docMk/>
            <pc:sldMk cId="3001053428" sldId="2147480764"/>
            <ac:spMk id="31" creationId="{63D5BBF3-3025-A844-AB32-38D7BF94EF51}"/>
          </ac:spMkLst>
        </pc:spChg>
        <pc:spChg chg="del">
          <ac:chgData name="福元 允亮" userId="12e1d508-426e-4c6a-b43b-7681266f9ca9" providerId="ADAL" clId="{8F22F52D-8D55-644B-9283-27EE51DD72F6}" dt="2026-03-22T07:55:18.781" v="0" actId="478"/>
          <ac:spMkLst>
            <pc:docMk/>
            <pc:sldMk cId="3001053428" sldId="2147480764"/>
            <ac:spMk id="32" creationId="{4BB6AF90-9948-5950-2D09-4042B9210917}"/>
          </ac:spMkLst>
        </pc:spChg>
        <pc:cxnChg chg="del">
          <ac:chgData name="福元 允亮" userId="12e1d508-426e-4c6a-b43b-7681266f9ca9" providerId="ADAL" clId="{8F22F52D-8D55-644B-9283-27EE51DD72F6}" dt="2026-03-22T07:55:18.781" v="0" actId="478"/>
          <ac:cxnSpMkLst>
            <pc:docMk/>
            <pc:sldMk cId="3001053428" sldId="2147480764"/>
            <ac:cxnSpMk id="14" creationId="{AA3329D2-F079-3432-90D0-AFC357ED7A56}"/>
          </ac:cxnSpMkLst>
        </pc:cxnChg>
        <pc:cxnChg chg="del">
          <ac:chgData name="福元 允亮" userId="12e1d508-426e-4c6a-b43b-7681266f9ca9" providerId="ADAL" clId="{8F22F52D-8D55-644B-9283-27EE51DD72F6}" dt="2026-03-22T07:56:50.908" v="54" actId="478"/>
          <ac:cxnSpMkLst>
            <pc:docMk/>
            <pc:sldMk cId="3001053428" sldId="2147480764"/>
            <ac:cxnSpMk id="27" creationId="{7C46F714-70A5-C921-7CCA-8693858A63E8}"/>
          </ac:cxnSpMkLst>
        </pc:cxnChg>
        <pc:cxnChg chg="del">
          <ac:chgData name="福元 允亮" userId="12e1d508-426e-4c6a-b43b-7681266f9ca9" providerId="ADAL" clId="{8F22F52D-8D55-644B-9283-27EE51DD72F6}" dt="2026-03-22T07:55:18.781" v="0" actId="478"/>
          <ac:cxnSpMkLst>
            <pc:docMk/>
            <pc:sldMk cId="3001053428" sldId="2147480764"/>
            <ac:cxnSpMk id="36" creationId="{1AF83BDB-F708-A105-B896-15734BB3F6D9}"/>
          </ac:cxnSpMkLst>
        </pc:cxnChg>
      </pc:sldChg>
    </pc:docChg>
  </pc:docChgLst>
  <pc:docChgLst>
    <pc:chgData name="福元 允亮" userId="12e1d508-426e-4c6a-b43b-7681266f9ca9" providerId="ADAL" clId="{677DA6F4-90AE-E448-B5D9-A10FB8393A34}"/>
    <pc:docChg chg="custSel modSld">
      <pc:chgData name="福元 允亮" userId="12e1d508-426e-4c6a-b43b-7681266f9ca9" providerId="ADAL" clId="{677DA6F4-90AE-E448-B5D9-A10FB8393A34}" dt="2026-03-12T04:36:20.054" v="169" actId="403"/>
      <pc:docMkLst>
        <pc:docMk/>
      </pc:docMkLst>
      <pc:sldChg chg="addSp delSp modSp mod">
        <pc:chgData name="福元 允亮" userId="12e1d508-426e-4c6a-b43b-7681266f9ca9" providerId="ADAL" clId="{677DA6F4-90AE-E448-B5D9-A10FB8393A34}" dt="2026-03-12T04:36:20.054" v="169" actId="403"/>
        <pc:sldMkLst>
          <pc:docMk/>
          <pc:sldMk cId="3001053428" sldId="2147480764"/>
        </pc:sldMkLst>
        <pc:spChg chg="add mod topLvl">
          <ac:chgData name="福元 允亮" userId="12e1d508-426e-4c6a-b43b-7681266f9ca9" providerId="ADAL" clId="{677DA6F4-90AE-E448-B5D9-A10FB8393A34}" dt="2026-03-12T04:36:20.054" v="169" actId="403"/>
          <ac:spMkLst>
            <pc:docMk/>
            <pc:sldMk cId="3001053428" sldId="2147480764"/>
            <ac:spMk id="11" creationId="{C8567CF8-291A-D428-8755-8F667602279B}"/>
          </ac:spMkLst>
        </pc:spChg>
        <pc:spChg chg="add mod topLvl">
          <ac:chgData name="福元 允亮" userId="12e1d508-426e-4c6a-b43b-7681266f9ca9" providerId="ADAL" clId="{677DA6F4-90AE-E448-B5D9-A10FB8393A34}" dt="2026-03-12T04:36:12.437" v="168" actId="404"/>
          <ac:spMkLst>
            <pc:docMk/>
            <pc:sldMk cId="3001053428" sldId="2147480764"/>
            <ac:spMk id="18" creationId="{C5780C6E-FAE4-EDA4-D73B-AA75E3CD5161}"/>
          </ac:spMkLst>
        </pc:spChg>
        <pc:spChg chg="add mod topLvl">
          <ac:chgData name="福元 允亮" userId="12e1d508-426e-4c6a-b43b-7681266f9ca9" providerId="ADAL" clId="{677DA6F4-90AE-E448-B5D9-A10FB8393A34}" dt="2026-03-12T04:36:12.437" v="168" actId="404"/>
          <ac:spMkLst>
            <pc:docMk/>
            <pc:sldMk cId="3001053428" sldId="2147480764"/>
            <ac:spMk id="21" creationId="{461C2B07-B5D0-F3CF-428F-58D5CF9E615E}"/>
          </ac:spMkLst>
        </pc:spChg>
        <pc:spChg chg="add mod topLvl">
          <ac:chgData name="福元 允亮" userId="12e1d508-426e-4c6a-b43b-7681266f9ca9" providerId="ADAL" clId="{677DA6F4-90AE-E448-B5D9-A10FB8393A34}" dt="2026-03-12T04:36:20.054" v="169" actId="403"/>
          <ac:spMkLst>
            <pc:docMk/>
            <pc:sldMk cId="3001053428" sldId="2147480764"/>
            <ac:spMk id="23" creationId="{CF5A2BEE-E40D-41A4-5432-F5E1E4EA7249}"/>
          </ac:spMkLst>
        </pc:spChg>
        <pc:spChg chg="add mod topLvl">
          <ac:chgData name="福元 允亮" userId="12e1d508-426e-4c6a-b43b-7681266f9ca9" providerId="ADAL" clId="{677DA6F4-90AE-E448-B5D9-A10FB8393A34}" dt="2026-03-12T04:36:20.054" v="169" actId="403"/>
          <ac:spMkLst>
            <pc:docMk/>
            <pc:sldMk cId="3001053428" sldId="2147480764"/>
            <ac:spMk id="25" creationId="{EA20B274-E7EE-9086-404B-837948643604}"/>
          </ac:spMkLst>
        </pc:spChg>
        <pc:cxnChg chg="add mod">
          <ac:chgData name="福元 允亮" userId="12e1d508-426e-4c6a-b43b-7681266f9ca9" providerId="ADAL" clId="{677DA6F4-90AE-E448-B5D9-A10FB8393A34}" dt="2026-03-12T04:33:39.817" v="112" actId="1076"/>
          <ac:cxnSpMkLst>
            <pc:docMk/>
            <pc:sldMk cId="3001053428" sldId="2147480764"/>
            <ac:cxnSpMk id="14" creationId="{AA3329D2-F079-3432-90D0-AFC357ED7A56}"/>
          </ac:cxnSpMkLst>
        </pc:cxnChg>
        <pc:cxnChg chg="add mod">
          <ac:chgData name="福元 允亮" userId="12e1d508-426e-4c6a-b43b-7681266f9ca9" providerId="ADAL" clId="{677DA6F4-90AE-E448-B5D9-A10FB8393A34}" dt="2026-03-12T04:33:15.987" v="110" actId="692"/>
          <ac:cxnSpMkLst>
            <pc:docMk/>
            <pc:sldMk cId="3001053428" sldId="2147480764"/>
            <ac:cxnSpMk id="27" creationId="{7C46F714-70A5-C921-7CCA-8693858A63E8}"/>
          </ac:cxnSpMkLst>
        </pc:cxn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2026/3/22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3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6A9CB88-735E-6849-3DE2-E60599824D0A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5118937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A9CB88-735E-6849-3DE2-E60599824D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2" name="タイトル 5">
            <a:extLst>
              <a:ext uri="{FF2B5EF4-FFF2-40B4-BE49-F238E27FC236}">
                <a16:creationId xmlns:a16="http://schemas.microsoft.com/office/drawing/2014/main" id="{62D4FB49-8661-3625-B1BB-3E9C6AC2C0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554966"/>
            <a:ext cx="11448000" cy="400110"/>
          </a:xfrm>
          <a:prstGeom prst="rect">
            <a:avLst/>
          </a:prstGeom>
        </p:spPr>
        <p:txBody>
          <a:bodyPr vert="horz" tIns="0" bIns="0" anchor="b" anchorCtr="0">
            <a:sp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Main Message</a:t>
            </a:r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F7BBF3A6-210B-D5EF-F749-86E85CAF3D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979385"/>
            <a:ext cx="11448000" cy="2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Chart Title</a:t>
            </a:r>
            <a:endParaRPr kumimoji="1" lang="ja-JP" altLang="en-US"/>
          </a:p>
        </p:txBody>
      </p:sp>
      <p:sp>
        <p:nvSpPr>
          <p:cNvPr id="10" name="コンテンツ プレースホルダー 4">
            <a:extLst>
              <a:ext uri="{FF2B5EF4-FFF2-40B4-BE49-F238E27FC236}">
                <a16:creationId xmlns:a16="http://schemas.microsoft.com/office/drawing/2014/main" id="{447B21C3-A705-704B-2D1E-74B76A5A0E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4" y="1377538"/>
            <a:ext cx="11449051" cy="4857662"/>
          </a:xfrm>
          <a:prstGeom prst="rect">
            <a:avLst/>
          </a:prstGeom>
        </p:spPr>
        <p:txBody>
          <a:bodyPr tIns="0" bIns="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540000" indent="-180000">
              <a:buFont typeface="Wingdings" pitchFamily="2" charset="2"/>
              <a:buChar char="Ø"/>
              <a:defRPr sz="1600">
                <a:solidFill>
                  <a:schemeClr val="tx1"/>
                </a:solidFill>
              </a:defRPr>
            </a:lvl3pPr>
            <a:lvl4pPr marL="720000" indent="-180000">
              <a:buFont typeface="Wingdings" pitchFamily="2" charset="2"/>
              <a:buChar char="ü"/>
              <a:defRPr sz="1600">
                <a:solidFill>
                  <a:schemeClr val="tx1"/>
                </a:solidFill>
              </a:defRPr>
            </a:lvl4pPr>
            <a:lvl5pPr marL="900000" indent="-180000"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5876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47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6E2DD10F-9530-7664-057B-B2159A9B3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752400"/>
            <a:ext cx="11440800" cy="3960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68755F9C-61CE-506D-3491-59AA8741F6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800" y="1143727"/>
            <a:ext cx="11440800" cy="1422244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129B1BAA-5126-4805-070E-09CC7DAA6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00" y="2565971"/>
            <a:ext cx="11440800" cy="375900"/>
          </a:xfrm>
          <a:prstGeom prst="rect">
            <a:avLst/>
          </a:prstGeom>
        </p:spPr>
        <p:txBody>
          <a:bodyPr lIns="0" tIns="46800" rIns="0"/>
          <a:lstStyle>
            <a:lvl1pPr>
              <a:defRPr>
                <a:solidFill>
                  <a:schemeClr val="tx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　</a:t>
            </a:r>
            <a:r>
              <a:rPr kumimoji="1" lang="en-US" altLang="ja-JP"/>
              <a:t>XXX</a:t>
            </a:r>
            <a:r>
              <a:rPr kumimoji="1" lang="ja-JP" altLang="en-US"/>
              <a:t>株式会社 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73342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0807434-350C-4893-6E94-4C9EB9C03B8B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7097128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807434-350C-4893-6E94-4C9EB9C03B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252573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tx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F566-D16A-40BE-C039-67C80A2CF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74904"/>
            <a:ext cx="9939528" cy="457200"/>
          </a:xfrm>
        </p:spPr>
        <p:txBody>
          <a:bodyPr vert="horz"/>
          <a:lstStyle/>
          <a:p>
            <a:r>
              <a:rPr lang="en-GB" sz="2200" b="1">
                <a:solidFill>
                  <a:srgbClr val="241A17"/>
                </a:solidFill>
                <a:latin typeface="Yu Gothic UI"/>
                <a:ea typeface="Yu Gothic UI"/>
              </a:rPr>
              <a:t>Main Message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73F1F-49C9-5A45-B9E8-D6F68FC949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4904" y="914400"/>
            <a:ext cx="9939528" cy="329184"/>
          </a:xfrm>
        </p:spPr>
        <p:txBody>
          <a:bodyPr/>
          <a:lstStyle/>
          <a:p>
            <a:r>
              <a:rPr lang="en-GB" sz="1200" b="0">
                <a:solidFill>
                  <a:srgbClr val="897141"/>
                </a:solidFill>
                <a:latin typeface="Yu Gothic UI"/>
                <a:ea typeface="Yu Gothic UI"/>
              </a:rPr>
              <a:t>（メインメッセージ）</a:t>
            </a:r>
          </a:p>
        </p:txBody>
      </p:sp>
      <p:sp>
        <p:nvSpPr>
          <p:cNvPr id="9" name="Content Area"/>
          <p:cNvSpPr/>
          <p:nvPr/>
        </p:nvSpPr>
        <p:spPr>
          <a:xfrm>
            <a:off x="374904" y="1371600"/>
            <a:ext cx="9939528" cy="5212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/>
            </a:r>
          </a:p>
        </p:txBody>
      </p:sp>
      <p:sp>
        <p:nvSpPr>
          <p:cNvPr id="10" name="Source 3"/>
          <p:cNvSpPr txBox="1"/>
          <p:nvPr/>
        </p:nvSpPr>
        <p:spPr>
          <a:xfrm>
            <a:off x="374904" y="6675120"/>
            <a:ext cx="99395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3E3A39"/>
                </a:solidFill>
                <a:latin typeface="Yu Gothic UI"/>
                <a:ea typeface="Yu Gothic UI"/>
              </a:rPr>
              <a:t>出典：</a:t>
            </a:r>
          </a:p>
        </p:txBody>
      </p:sp>
    </p:spTree>
    <p:extLst>
      <p:ext uri="{BB962C8B-B14F-4D97-AF65-F5344CB8AC3E}">
        <p14:creationId xmlns:p14="http://schemas.microsoft.com/office/powerpoint/2010/main" val="3001053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29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3B82F6"/>
      </a:accent1>
      <a:accent2>
        <a:srgbClr val="051C2A"/>
      </a:accent2>
      <a:accent3>
        <a:srgbClr val="10B981"/>
      </a:accent3>
      <a:accent4>
        <a:srgbClr val="EF4444"/>
      </a:accent4>
      <a:accent5>
        <a:srgbClr val="F59E0B"/>
      </a:accent5>
      <a:accent6>
        <a:srgbClr val="A855F7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 defTabSz="288000">
          <a:defRPr kumimoji="1" sz="1600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Template_1609_JP.potx" id="{1EE4CAFD-5AE2-4E1A-8481-AE49321A04D9}" vid="{C426D7B0-6ED6-450F-975A-2903BD4810FA}"/>
    </a:ext>
  </a:extLst>
</a:theme>
</file>

<file path=ppt/theme/theme2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BFA6A1-4DFF-0547-A259-06F47DFE0BE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9E5ACB7EEC446B5C0A053F7ABC581" ma:contentTypeVersion="12" ma:contentTypeDescription="Create a new document." ma:contentTypeScope="" ma:versionID="49a6381a5d329bcfaed59379faf28558">
  <xsd:schema xmlns:xsd="http://www.w3.org/2001/XMLSchema" xmlns:xs="http://www.w3.org/2001/XMLSchema" xmlns:p="http://schemas.microsoft.com/office/2006/metadata/properties" xmlns:ns2="17f56e19-48dc-4865-971f-f3b491f58a87" xmlns:ns3="0ae734c6-b731-48fe-9f9a-77498299e3e1" targetNamespace="http://schemas.microsoft.com/office/2006/metadata/properties" ma:root="true" ma:fieldsID="35126cdf82824cec3c7d4aa0c3dbcd07" ns2:_="" ns3:_="">
    <xsd:import namespace="17f56e19-48dc-4865-971f-f3b491f58a87"/>
    <xsd:import namespace="0ae734c6-b731-48fe-9f9a-77498299e3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f56e19-48dc-4865-971f-f3b491f58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a46d487-6153-4679-b33a-1c23836d6a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e734c6-b731-48fe-9f9a-77498299e3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d946c69-c5f6-49a2-9b20-89fcb4f2bd81}" ma:internalName="TaxCatchAll" ma:showField="CatchAllData" ma:web="0ae734c6-b731-48fe-9f9a-77498299e3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f56e19-48dc-4865-971f-f3b491f58a87">
      <Terms xmlns="http://schemas.microsoft.com/office/infopath/2007/PartnerControls"/>
    </lcf76f155ced4ddcb4097134ff3c332f>
    <TaxCatchAll xmlns="0ae734c6-b731-48fe-9f9a-77498299e3e1" xsi:nil="true"/>
  </documentManagement>
</p:properties>
</file>

<file path=customXml/itemProps1.xml><?xml version="1.0" encoding="utf-8"?>
<ds:datastoreItem xmlns:ds="http://schemas.openxmlformats.org/officeDocument/2006/customXml" ds:itemID="{5548F579-53B8-4B8C-9F58-0D818877B6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0B14AEB-52D7-4791-93EF-FC8A0B2FF5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f56e19-48dc-4865-971f-f3b491f58a87"/>
    <ds:schemaRef ds:uri="0ae734c6-b731-48fe-9f9a-77498299e3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0F19364-6506-4AE9-B1C7-2E3E6444FD05}">
  <ds:schemaRefs>
    <ds:schemaRef ds:uri="17f56e19-48dc-4865-971f-f3b491f58a87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infopath/2007/PartnerControls"/>
    <ds:schemaRef ds:uri="0ae734c6-b731-48fe-9f9a-77498299e3e1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CorpPresentation_Template_169_J</Template>
  <TotalTime>42</TotalTime>
  <Words>9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Meiryo UI</vt:lpstr>
      <vt:lpstr>Arial</vt:lpstr>
      <vt:lpstr>Wingdings</vt:lpstr>
      <vt:lpstr>1_コンテンツ_Light</vt:lpstr>
      <vt:lpstr>think-cell Slide</vt:lpstr>
      <vt:lpstr>Main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上原　光徳</dc:creator>
  <cp:lastModifiedBy>福元 允亮</cp:lastModifiedBy>
  <cp:revision>2</cp:revision>
  <cp:lastPrinted>2025-09-08T08:32:45Z</cp:lastPrinted>
  <dcterms:created xsi:type="dcterms:W3CDTF">2023-08-02T14:40:51Z</dcterms:created>
  <dcterms:modified xsi:type="dcterms:W3CDTF">2026-03-22T07:57:07Z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0x010100F389E5ACB7EEC446B5C0A053F7ABC581</vt:lpwstr>
  </property>
  <property fmtid="{D5CDD505-2E9C-101B-9397-08002B2CF9AE}" pid="3" name="MediaServiceImageTags">
    <vt:lpwstr/>
  </property>
</Properties>
</file>