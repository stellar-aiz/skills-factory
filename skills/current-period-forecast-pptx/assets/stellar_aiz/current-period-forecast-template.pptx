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2F52D-8D55-644B-9283-27EE51DD72F6}" v="1" dt="2026-03-22T07:54:57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6:37:01.825" v="160" actId="1035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  <pc:spChg chg="mod topLvl">
          <ac:chgData name="福元 允亮" userId="12e1d508-426e-4c6a-b43b-7681266f9ca9" providerId="ADAL" clId="{BA46FE6B-DFBB-DD4A-A67B-362D8C1E4B9F}" dt="2026-03-12T06:40:48.844" v="259" actId="165"/>
          <ac:spMkLst>
            <pc:docMk/>
            <pc:sldMk cId="3001053428" sldId="2147480764"/>
            <ac:spMk id="11" creationId="{C8567CF8-291A-D428-8755-8F667602279B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18" creationId="{C5780C6E-FAE4-EDA4-D73B-AA75E3CD516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1" creationId="{461C2B07-B5D0-F3CF-428F-58D5CF9E615E}"/>
          </ac:spMkLst>
        </pc:spChg>
        <pc:spChg chg="mod">
          <ac:chgData name="福元 允亮" userId="12e1d508-426e-4c6a-b43b-7681266f9ca9" providerId="ADAL" clId="{BA46FE6B-DFBB-DD4A-A67B-362D8C1E4B9F}" dt="2026-03-13T04:37:02.477" v="283" actId="552"/>
          <ac:spMkLst>
            <pc:docMk/>
            <pc:sldMk cId="3001053428" sldId="2147480764"/>
            <ac:spMk id="23" creationId="{CF5A2BEE-E40D-41A4-5432-F5E1E4EA7249}"/>
          </ac:spMkLst>
        </pc:spChg>
        <pc:spChg chg="mod topLvl">
          <ac:chgData name="福元 允亮" userId="12e1d508-426e-4c6a-b43b-7681266f9ca9" providerId="ADAL" clId="{BA46FE6B-DFBB-DD4A-A67B-362D8C1E4B9F}" dt="2026-03-12T06:40:51.326" v="261" actId="20577"/>
          <ac:spMkLst>
            <pc:docMk/>
            <pc:sldMk cId="3001053428" sldId="2147480764"/>
            <ac:spMk id="24" creationId="{0A33AA27-D06B-76A0-5E63-E60329755492}"/>
          </ac:spMkLst>
        </pc:spChg>
        <pc:spChg chg="mod">
          <ac:chgData name="福元 允亮" userId="12e1d508-426e-4c6a-b43b-7681266f9ca9" providerId="ADAL" clId="{BA46FE6B-DFBB-DD4A-A67B-362D8C1E4B9F}" dt="2026-03-13T04:37:29.077" v="290" actId="552"/>
          <ac:spMkLst>
            <pc:docMk/>
            <pc:sldMk cId="3001053428" sldId="2147480764"/>
            <ac:spMk id="25" creationId="{EA20B274-E7EE-9086-404B-837948643604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26" creationId="{876A2651-5ACA-7D32-3293-3C028515778B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8" creationId="{A2733814-C9C4-33DA-D8C3-0790F6E66858}"/>
          </ac:spMkLst>
        </pc:spChg>
        <pc:spChg chg="mod topLvl">
          <ac:chgData name="福元 允亮" userId="12e1d508-426e-4c6a-b43b-7681266f9ca9" providerId="ADAL" clId="{BA46FE6B-DFBB-DD4A-A67B-362D8C1E4B9F}" dt="2026-03-12T06:40:53.071" v="263" actId="20577"/>
          <ac:spMkLst>
            <pc:docMk/>
            <pc:sldMk cId="3001053428" sldId="2147480764"/>
            <ac:spMk id="30" creationId="{4158A282-19BE-62B6-B728-D963FB7491EC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31" creationId="{63D5BBF3-3025-A844-AB32-38D7BF94EF5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32" creationId="{4BB6AF90-9948-5950-2D09-4042B9210917}"/>
          </ac:spMkLst>
        </pc:spChg>
        <pc:cxnChg chg="mod topLvl">
          <ac:chgData name="福元 允亮" userId="12e1d508-426e-4c6a-b43b-7681266f9ca9" providerId="ADAL" clId="{BA46FE6B-DFBB-DD4A-A67B-362D8C1E4B9F}" dt="2026-03-12T06:40:16.271" v="254" actId="465"/>
          <ac:cxnSpMkLst>
            <pc:docMk/>
            <pc:sldMk cId="3001053428" sldId="2147480764"/>
            <ac:cxnSpMk id="14" creationId="{AA3329D2-F079-3432-90D0-AFC357ED7A56}"/>
          </ac:cxnSpMkLst>
        </pc:cxnChg>
        <pc:cxnChg chg="mod topLvl">
          <ac:chgData name="福元 允亮" userId="12e1d508-426e-4c6a-b43b-7681266f9ca9" providerId="ADAL" clId="{BA46FE6B-DFBB-DD4A-A67B-362D8C1E4B9F}" dt="2026-03-12T06:39:50.264" v="246" actId="165"/>
          <ac:cxnSpMkLst>
            <pc:docMk/>
            <pc:sldMk cId="3001053428" sldId="2147480764"/>
            <ac:cxnSpMk id="27" creationId="{7C46F714-70A5-C921-7CCA-8693858A63E8}"/>
          </ac:cxnSpMkLst>
        </pc:cxnChg>
        <pc:cxnChg chg="add mod">
          <ac:chgData name="福元 允亮" userId="12e1d508-426e-4c6a-b43b-7681266f9ca9" providerId="ADAL" clId="{BA46FE6B-DFBB-DD4A-A67B-362D8C1E4B9F}" dt="2026-03-12T06:40:44.017" v="258" actId="465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  <pc:spChg chg="del mod">
          <ac:chgData name="福元 允亮" userId="12e1d508-426e-4c6a-b43b-7681266f9ca9" providerId="ADAL" clId="{8F22F52D-8D55-644B-9283-27EE51DD72F6}" dt="2026-03-22T07:56:50.908" v="54" actId="478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8F22F52D-8D55-644B-9283-27EE51DD72F6}" dt="2026-03-22T07:57:04.470" v="58" actId="207"/>
          <ac:spMkLst>
            <pc:docMk/>
            <pc:sldMk cId="3001053428" sldId="2147480764"/>
            <ac:spMk id="5" creationId="{3A7F7E99-247D-A1E7-B8D7-48C0261EC454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1" creationId="{C8567CF8-291A-D428-8755-8F667602279B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8" creationId="{A2733814-C9C4-33DA-D8C3-0790F6E66858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0" creationId="{4158A282-19BE-62B6-B728-D963FB7491EC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1" creationId="{63D5BBF3-3025-A844-AB32-38D7BF94EF5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2" creationId="{4BB6AF90-9948-5950-2D09-4042B9210917}"/>
          </ac:spMkLst>
        </pc:sp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14" creationId="{AA3329D2-F079-3432-90D0-AFC357ED7A56}"/>
          </ac:cxnSpMkLst>
        </pc:cxnChg>
        <pc:cxnChg chg="del">
          <ac:chgData name="福元 允亮" userId="12e1d508-426e-4c6a-b43b-7681266f9ca9" providerId="ADAL" clId="{8F22F52D-8D55-644B-9283-27EE51DD72F6}" dt="2026-03-22T07:56:50.908" v="54" actId="478"/>
          <ac:cxnSpMkLst>
            <pc:docMk/>
            <pc:sldMk cId="3001053428" sldId="2147480764"/>
            <ac:cxnSpMk id="27" creationId="{7C46F714-70A5-C921-7CCA-8693858A63E8}"/>
          </ac:cxnSpMkLst>
        </pc:cxn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1" creationId="{C8567CF8-291A-D428-8755-8F667602279B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8" creationId="{C5780C6E-FAE4-EDA4-D73B-AA75E3CD5161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1" creationId="{461C2B07-B5D0-F3CF-428F-58D5CF9E615E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3" creationId="{CF5A2BEE-E40D-41A4-5432-F5E1E4EA7249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5" creationId="{EA20B274-E7EE-9086-404B-837948643604}"/>
          </ac:spMkLst>
        </pc:spChg>
        <pc:cxnChg chg="add mod">
          <ac:chgData name="福元 允亮" userId="12e1d508-426e-4c6a-b43b-7681266f9ca9" providerId="ADAL" clId="{677DA6F4-90AE-E448-B5D9-A10FB8393A34}" dt="2026-03-12T04:33:39.817" v="112" actId="1076"/>
          <ac:cxnSpMkLst>
            <pc:docMk/>
            <pc:sldMk cId="3001053428" sldId="2147480764"/>
            <ac:cxnSpMk id="14" creationId="{AA3329D2-F079-3432-90D0-AFC357ED7A56}"/>
          </ac:cxnSpMkLst>
        </pc:cxn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（メインメッセージ）</a:t>
            </a:r>
          </a:p>
        </p:txBody>
      </p:sp>
      <p:sp>
        <p:nvSpPr>
          <p:cNvPr id="9" name="Content Area"/>
          <p:cNvSpPr/>
          <p:nvPr/>
        </p:nvSpPr>
        <p:spPr>
          <a:xfrm>
            <a:off x="374904" y="1371600"/>
            <a:ext cx="11448288" cy="4937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0" name="Source"/>
          <p:cNvSpPr txBox="1"/>
          <p:nvPr/>
        </p:nvSpPr>
        <p:spPr>
          <a:xfrm>
            <a:off x="374904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+mn-ea"/>
                <a:ea typeface="+mn-ea"/>
              </a:rPr>
              <a:t>出典：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