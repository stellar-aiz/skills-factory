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58"/>
    <p:restoredTop sz="94658"/>
  </p:normalViewPr>
  <p:slideViewPr>
    <p:cSldViewPr snapToGrid="0">
      <p:cViewPr varScale="1">
        <p:scale>
          <a:sx n="114" d="100"/>
          <a:sy n="114" d="100"/>
        </p:scale>
        <p:origin x="1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2026/6/6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Chart Title</a:t>
            </a:r>
          </a:p>
        </p:txBody>
      </p:sp>
      <p:sp>
        <p:nvSpPr>
          <p:cNvPr id="4" name="SECTION_LEFT_TITLE"/>
          <p:cNvSpPr txBox="1"/>
          <p:nvPr/>
        </p:nvSpPr>
        <p:spPr>
          <a:xfrm>
            <a:off x="374904" y="141732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sz="1600" b="1">
                <a:latin typeface="Meiryo UI"/>
                <a:ea typeface="Meiryo UI"/>
              </a:rPr>
              <a:t>ポジショニングマップ</a:t>
            </a:r>
          </a:p>
        </p:txBody>
      </p:sp>
      <p:sp>
        <p:nvSpPr>
          <p:cNvPr id="5" name="SECTION_LEFT_RULE"/>
          <p:cNvSpPr/>
          <p:nvPr/>
        </p:nvSpPr>
        <p:spPr>
          <a:xfrm>
            <a:off x="374904" y="1691640"/>
            <a:ext cx="7040880" cy="1828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BD833D3-F58C-6792-C225-8064544F1144}"/>
              </a:ext>
            </a:extLst>
          </p:cNvPr>
          <p:cNvGrpSpPr/>
          <p:nvPr/>
        </p:nvGrpSpPr>
        <p:grpSpPr>
          <a:xfrm>
            <a:off x="513180" y="2057400"/>
            <a:ext cx="6675120" cy="4041648"/>
            <a:chOff x="513180" y="2057400"/>
            <a:chExt cx="6675120" cy="4041648"/>
          </a:xfrm>
        </p:grpSpPr>
        <p:sp>
          <p:nvSpPr>
            <p:cNvPr id="6" name="MAP_FRAME"/>
            <p:cNvSpPr/>
            <p:nvPr/>
          </p:nvSpPr>
          <p:spPr>
            <a:xfrm>
              <a:off x="1016100" y="2057400"/>
              <a:ext cx="6172200" cy="3520439"/>
            </a:xfrm>
            <a:prstGeom prst="rect">
              <a:avLst/>
            </a:prstGeom>
            <a:solidFill>
              <a:srgbClr val="FAFAFA"/>
            </a:solidFill>
            <a:ln w="12700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cxnSp>
          <p:nvCxnSpPr>
            <p:cNvPr id="7" name="MAP_GUIDE_V"/>
            <p:cNvCxnSpPr/>
            <p:nvPr/>
          </p:nvCxnSpPr>
          <p:spPr>
            <a:xfrm>
              <a:off x="4102200" y="2057400"/>
              <a:ext cx="0" cy="3520440"/>
            </a:xfrm>
            <a:prstGeom prst="line">
              <a:avLst/>
            </a:prstGeom>
            <a:ln w="9525">
              <a:solidFill>
                <a:srgbClr val="C0C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MAP_GUIDE_H"/>
            <p:cNvCxnSpPr/>
            <p:nvPr/>
          </p:nvCxnSpPr>
          <p:spPr>
            <a:xfrm>
              <a:off x="1016100" y="3817620"/>
              <a:ext cx="6172200" cy="0"/>
            </a:xfrm>
            <a:prstGeom prst="line">
              <a:avLst/>
            </a:prstGeom>
            <a:ln w="9525">
              <a:solidFill>
                <a:srgbClr val="C0C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XIS_X_LABEL"/>
            <p:cNvSpPr txBox="1"/>
            <p:nvPr/>
          </p:nvSpPr>
          <p:spPr>
            <a:xfrm>
              <a:off x="1016100" y="5870448"/>
              <a:ext cx="617220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ja-JP" sz="1400" b="1">
                  <a:latin typeface="Meiryo UI"/>
                  <a:ea typeface="Meiryo UI"/>
                </a:rPr>
                <a:t>（X軸ラベル）</a:t>
              </a:r>
            </a:p>
          </p:txBody>
        </p:sp>
        <p:sp>
          <p:nvSpPr>
            <p:cNvPr id="10" name="AXIS_X_LOW"/>
            <p:cNvSpPr txBox="1"/>
            <p:nvPr/>
          </p:nvSpPr>
          <p:spPr>
            <a:xfrm>
              <a:off x="1016100" y="5623559"/>
              <a:ext cx="164592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ja-JP" sz="1100">
                  <a:latin typeface="Meiryo UI"/>
                  <a:ea typeface="Meiryo UI"/>
                </a:rPr>
                <a:t>← 低</a:t>
              </a:r>
            </a:p>
          </p:txBody>
        </p:sp>
        <p:sp>
          <p:nvSpPr>
            <p:cNvPr id="11" name="AXIS_X_HIGH"/>
            <p:cNvSpPr txBox="1"/>
            <p:nvPr/>
          </p:nvSpPr>
          <p:spPr>
            <a:xfrm>
              <a:off x="5542380" y="5623559"/>
              <a:ext cx="164592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ja-JP" sz="1100">
                  <a:latin typeface="Meiryo UI"/>
                  <a:ea typeface="Meiryo UI"/>
                </a:rPr>
                <a:t>高 →</a:t>
              </a:r>
            </a:p>
          </p:txBody>
        </p:sp>
        <p:sp>
          <p:nvSpPr>
            <p:cNvPr id="12" name="AXIS_Y_LABEL"/>
            <p:cNvSpPr txBox="1"/>
            <p:nvPr/>
          </p:nvSpPr>
          <p:spPr>
            <a:xfrm rot="16200000">
              <a:off x="-264060" y="3728405"/>
              <a:ext cx="182880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ja-JP" sz="1400" b="1">
                  <a:latin typeface="Meiryo UI"/>
                  <a:ea typeface="Meiryo UI"/>
                </a:rPr>
                <a:t>（Y軸ラベル）</a:t>
              </a:r>
            </a:p>
          </p:txBody>
        </p:sp>
        <p:sp>
          <p:nvSpPr>
            <p:cNvPr id="13" name="AXIS_Y_HIGH"/>
            <p:cNvSpPr txBox="1"/>
            <p:nvPr/>
          </p:nvSpPr>
          <p:spPr>
            <a:xfrm rot="16200000">
              <a:off x="352938" y="2521402"/>
              <a:ext cx="109728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ja-JP" sz="1100">
                  <a:latin typeface="Meiryo UI"/>
                  <a:ea typeface="Meiryo UI"/>
                </a:rPr>
                <a:t>高 →</a:t>
              </a:r>
            </a:p>
          </p:txBody>
        </p:sp>
        <p:sp>
          <p:nvSpPr>
            <p:cNvPr id="14" name="AXIS_Y_LOW"/>
            <p:cNvSpPr txBox="1"/>
            <p:nvPr/>
          </p:nvSpPr>
          <p:spPr>
            <a:xfrm rot="16200000">
              <a:off x="336992" y="4944560"/>
              <a:ext cx="1097280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ja-JP" sz="1100">
                  <a:latin typeface="Meiryo UI"/>
                  <a:ea typeface="Meiryo UI"/>
                </a:rPr>
                <a:t>← 低</a:t>
              </a:r>
            </a:p>
          </p:txBody>
        </p:sp>
        <p:sp>
          <p:nvSpPr>
            <p:cNvPr id="15" name="QUAD_TL"/>
            <p:cNvSpPr txBox="1"/>
            <p:nvPr/>
          </p:nvSpPr>
          <p:spPr>
            <a:xfrm>
              <a:off x="1125827" y="2167128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ja-JP" sz="1200" i="1">
                  <a:latin typeface="Meiryo UI"/>
                  <a:ea typeface="Meiryo UI"/>
                </a:rPr>
                <a:t>（左上象限）</a:t>
              </a:r>
            </a:p>
          </p:txBody>
        </p:sp>
        <p:sp>
          <p:nvSpPr>
            <p:cNvPr id="16" name="QUAD_TR"/>
            <p:cNvSpPr txBox="1"/>
            <p:nvPr/>
          </p:nvSpPr>
          <p:spPr>
            <a:xfrm>
              <a:off x="5066892" y="2167128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ja-JP" sz="1200" i="1">
                  <a:latin typeface="Meiryo UI"/>
                  <a:ea typeface="Meiryo UI"/>
                </a:rPr>
                <a:t>（右上象限）</a:t>
              </a:r>
            </a:p>
          </p:txBody>
        </p:sp>
        <p:sp>
          <p:nvSpPr>
            <p:cNvPr id="17" name="QUAD_BL"/>
            <p:cNvSpPr txBox="1"/>
            <p:nvPr/>
          </p:nvSpPr>
          <p:spPr>
            <a:xfrm>
              <a:off x="1125827" y="5276088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ja-JP" sz="1200" i="1">
                  <a:latin typeface="Meiryo UI"/>
                  <a:ea typeface="Meiryo UI"/>
                </a:rPr>
                <a:t>（左下象限）</a:t>
              </a:r>
            </a:p>
          </p:txBody>
        </p:sp>
        <p:sp>
          <p:nvSpPr>
            <p:cNvPr id="18" name="QUAD_BR"/>
            <p:cNvSpPr txBox="1"/>
            <p:nvPr/>
          </p:nvSpPr>
          <p:spPr>
            <a:xfrm>
              <a:off x="5066892" y="5276088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ja-JP" sz="1200" i="1">
                  <a:latin typeface="Meiryo UI"/>
                  <a:ea typeface="Meiryo UI"/>
                </a:rPr>
                <a:t>（右下象限）</a:t>
              </a:r>
            </a:p>
          </p:txBody>
        </p:sp>
      </p:grpSp>
      <p:sp>
        <p:nvSpPr>
          <p:cNvPr id="19" name="IMPL_TITLE"/>
          <p:cNvSpPr txBox="1"/>
          <p:nvPr/>
        </p:nvSpPr>
        <p:spPr>
          <a:xfrm>
            <a:off x="7589520" y="1417320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sz="1600" b="1">
                <a:latin typeface="Meiryo UI"/>
                <a:ea typeface="Meiryo UI"/>
              </a:rPr>
              <a:t>ポジショニングからの示唆</a:t>
            </a:r>
          </a:p>
        </p:txBody>
      </p:sp>
      <p:sp>
        <p:nvSpPr>
          <p:cNvPr id="20" name="SECTION_RIGHT_RULE"/>
          <p:cNvSpPr/>
          <p:nvPr/>
        </p:nvSpPr>
        <p:spPr>
          <a:xfrm>
            <a:off x="7589520" y="1691640"/>
            <a:ext cx="4251960" cy="1828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MPL_1"/>
          <p:cNvSpPr txBox="1"/>
          <p:nvPr/>
        </p:nvSpPr>
        <p:spPr>
          <a:xfrm>
            <a:off x="7635240" y="1874519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2E4A6B"/>
              </a:buClr>
              <a:buFont typeface="Arial"/>
              <a:buChar char="●"/>
            </a:pPr>
            <a:r>
              <a:rPr lang="ja-JP" sz="1300">
                <a:latin typeface="Meiryo UI"/>
                <a:ea typeface="Meiryo UI"/>
              </a:rPr>
              <a:t>（示唆 1）</a:t>
            </a:r>
          </a:p>
        </p:txBody>
      </p:sp>
      <p:sp>
        <p:nvSpPr>
          <p:cNvPr id="22" name="IMPL_2"/>
          <p:cNvSpPr txBox="1"/>
          <p:nvPr/>
        </p:nvSpPr>
        <p:spPr>
          <a:xfrm>
            <a:off x="7635240" y="2514600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2E4A6B"/>
              </a:buClr>
              <a:buFont typeface="Arial"/>
              <a:buChar char="●"/>
            </a:pPr>
            <a:r>
              <a:rPr lang="ja-JP" sz="1300">
                <a:latin typeface="Meiryo UI"/>
                <a:ea typeface="Meiryo UI"/>
              </a:rPr>
              <a:t>（示唆 2）</a:t>
            </a:r>
          </a:p>
        </p:txBody>
      </p:sp>
      <p:sp>
        <p:nvSpPr>
          <p:cNvPr id="23" name="IMPL_3"/>
          <p:cNvSpPr txBox="1"/>
          <p:nvPr/>
        </p:nvSpPr>
        <p:spPr>
          <a:xfrm>
            <a:off x="7635240" y="3154679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2E4A6B"/>
              </a:buClr>
              <a:buFont typeface="Arial"/>
              <a:buChar char="●"/>
            </a:pPr>
            <a:r>
              <a:rPr lang="ja-JP" sz="1300">
                <a:latin typeface="Meiryo UI"/>
                <a:ea typeface="Meiryo UI"/>
              </a:rPr>
              <a:t>（示唆 3）</a:t>
            </a:r>
          </a:p>
        </p:txBody>
      </p:sp>
      <p:sp>
        <p:nvSpPr>
          <p:cNvPr id="24" name="IMPL_4"/>
          <p:cNvSpPr txBox="1"/>
          <p:nvPr/>
        </p:nvSpPr>
        <p:spPr>
          <a:xfrm>
            <a:off x="7635240" y="3794759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2E4A6B"/>
              </a:buClr>
              <a:buFont typeface="Arial"/>
              <a:buChar char="●"/>
            </a:pPr>
            <a:r>
              <a:rPr lang="ja-JP" sz="1300">
                <a:latin typeface="Meiryo UI"/>
                <a:ea typeface="Meiryo UI"/>
              </a:rPr>
              <a:t>（示唆 4）</a:t>
            </a:r>
          </a:p>
        </p:txBody>
      </p:sp>
      <p:sp>
        <p:nvSpPr>
          <p:cNvPr id="25" name="IMPL_5"/>
          <p:cNvSpPr txBox="1"/>
          <p:nvPr/>
        </p:nvSpPr>
        <p:spPr>
          <a:xfrm>
            <a:off x="7635240" y="4434840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2E4A6B"/>
              </a:buClr>
              <a:buFont typeface="Arial"/>
              <a:buChar char="●"/>
            </a:pPr>
            <a:r>
              <a:rPr lang="ja-JP" sz="1300">
                <a:latin typeface="Meiryo UI"/>
                <a:ea typeface="Meiryo UI"/>
              </a:rPr>
              <a:t>（示唆 5）</a:t>
            </a:r>
          </a:p>
        </p:txBody>
      </p:sp>
      <p:sp>
        <p:nvSpPr>
          <p:cNvPr id="26" name="Source 3"/>
          <p:cNvSpPr txBox="1"/>
          <p:nvPr/>
        </p:nvSpPr>
        <p:spPr>
          <a:xfrm>
            <a:off x="374904" y="6336792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sz="1000">
                <a:latin typeface="Meiryo UI"/>
                <a:ea typeface="Meiryo UI"/>
              </a:rPr>
              <a:t>出典：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36b1f1f5-742d-4649-a28f-679f29458a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99</TotalTime>
  <Words>59</Words>
  <Application>Microsoft Macintosh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中丸 峻一</cp:lastModifiedBy>
  <cp:revision>5</cp:revision>
  <cp:lastPrinted>2025-09-08T08:32:45Z</cp:lastPrinted>
  <dcterms:created xsi:type="dcterms:W3CDTF">2023-08-02T14:40:51Z</dcterms:created>
  <dcterms:modified xsi:type="dcterms:W3CDTF">2026-06-06T13:55:20Z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