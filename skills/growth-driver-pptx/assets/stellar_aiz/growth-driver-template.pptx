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738D5-2550-AF4F-981D-A8C1866BE157}" v="23" dt="2026-03-19T04:23:28.066"/>
    <p1510:client id="{73A3F7F6-CF54-5D4E-9C08-0DAE630A75FC}" v="19" dt="2026-03-19T04:28:16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40"/>
    <p:restoredTop sz="94660"/>
  </p:normalViewPr>
  <p:slideViewPr>
    <p:cSldViewPr snapToGrid="0">
      <p:cViewPr varScale="1">
        <p:scale>
          <a:sx n="102" d="100"/>
          <a:sy n="102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4FB9097D-FD44-E242-A68C-2137823CC664}"/>
    <pc:docChg chg="undo custSel modSld">
      <pc:chgData name="福元 允亮" userId="12e1d508-426e-4c6a-b43b-7681266f9ca9" providerId="ADAL" clId="{4FB9097D-FD44-E242-A68C-2137823CC664}" dt="2026-03-12T04:26:49.545" v="184" actId="120"/>
      <pc:docMkLst>
        <pc:docMk/>
      </pc:docMkLst>
      <pc:sldChg chg="addSp delSp modSp mod">
        <pc:chgData name="福元 允亮" userId="12e1d508-426e-4c6a-b43b-7681266f9ca9" providerId="ADAL" clId="{4FB9097D-FD44-E242-A68C-2137823CC664}" dt="2026-03-12T04:26:49.545" v="184" actId="120"/>
        <pc:sldMkLst>
          <pc:docMk/>
          <pc:sldMk cId="3001053428" sldId="2147480764"/>
        </pc:sldMkLst>
        <pc:spChg chg="mod">
          <ac:chgData name="福元 允亮" userId="12e1d508-426e-4c6a-b43b-7681266f9ca9" providerId="ADAL" clId="{4FB9097D-FD44-E242-A68C-2137823CC664}" dt="2026-03-12T01:15:21.182" v="127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4FB9097D-FD44-E242-A68C-2137823CC664}" dt="2026-03-12T01:15:23.816" v="173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4FB9097D-FD44-E242-A68C-2137823CC664}" dt="2026-03-12T01:15:21.236" v="162"/>
          <ac:graphicFrameMkLst>
            <pc:docMk/>
            <pc:sldMk cId="3001053428" sldId="2147480764"/>
            <ac:graphicFrameMk id="8" creationId="{8B876925-78A3-0D6D-A136-2CE4548C6FDC}"/>
          </ac:graphicFrameMkLst>
        </pc:graphicFrameChg>
      </pc:sldChg>
    </pc:docChg>
  </pc:docChgLst>
  <pc:docChgLst>
    <pc:chgData name="福元 允亮" userId="12e1d508-426e-4c6a-b43b-7681266f9ca9" providerId="ADAL" clId="{73A3F7F6-CF54-5D4E-9C08-0DAE630A75FC}"/>
    <pc:docChg chg="undo custSel modSld">
      <pc:chgData name="福元 允亮" userId="12e1d508-426e-4c6a-b43b-7681266f9ca9" providerId="ADAL" clId="{73A3F7F6-CF54-5D4E-9C08-0DAE630A75FC}" dt="2026-03-19T05:25:17.322" v="128" actId="14100"/>
      <pc:docMkLst>
        <pc:docMk/>
      </pc:docMkLst>
      <pc:sldChg chg="addSp delSp modSp mod">
        <pc:chgData name="福元 允亮" userId="12e1d508-426e-4c6a-b43b-7681266f9ca9" providerId="ADAL" clId="{73A3F7F6-CF54-5D4E-9C08-0DAE630A75FC}" dt="2026-03-19T05:25:17.322" v="128" actId="14100"/>
        <pc:sldMkLst>
          <pc:docMk/>
          <pc:sldMk cId="3001053428" sldId="2147480764"/>
        </pc:sldMkLst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4" creationId="{F9F398D3-2F6B-A011-1C1D-9A8C12E59113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5" creationId="{6D6889C1-5BFA-C557-CB37-1967325CB392}"/>
          </ac:spMkLst>
        </pc:spChg>
        <pc:spChg chg="mod">
          <ac:chgData name="福元 允亮" userId="12e1d508-426e-4c6a-b43b-7681266f9ca9" providerId="ADAL" clId="{73A3F7F6-CF54-5D4E-9C08-0DAE630A75FC}" dt="2026-03-19T05:25:17.322" v="128" actId="14100"/>
          <ac:spMkLst>
            <pc:docMk/>
            <pc:sldMk cId="3001053428" sldId="2147480764"/>
            <ac:spMk id="7" creationId="{07C5F1D5-1FB6-4AC9-95E6-C0578AC27158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0" creationId="{F093C981-CC74-DE2E-DB51-C1E5C72CAA4A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3" creationId="{3EA67211-B74F-0557-8EB4-8823B0820C22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16" creationId="{FFB60D2D-C7BC-45CF-5BFD-DCB9780DAE75}"/>
          </ac:spMkLst>
        </pc:spChg>
        <pc:spChg chg="del">
          <ac:chgData name="福元 允亮" userId="12e1d508-426e-4c6a-b43b-7681266f9ca9" providerId="ADAL" clId="{73A3F7F6-CF54-5D4E-9C08-0DAE630A75FC}" dt="2026-03-19T04:24:42.290" v="1" actId="478"/>
          <ac:spMkLst>
            <pc:docMk/>
            <pc:sldMk cId="3001053428" sldId="2147480764"/>
            <ac:spMk id="23" creationId="{CF5A2BEE-E40D-41A4-5432-F5E1E4EA724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5" creationId="{5D5987A4-A19F-B84D-9DFA-6F9C909E4603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7" creationId="{887C9450-54F5-A2F9-8A7F-AD3977EF03F1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38" creationId="{D33CBAA1-D65B-4B15-C70B-F79C45DE97D5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0" creationId="{F4A6A664-7FC8-6E19-95C8-C0BD75940884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1" creationId="{18D8F863-3605-DFF4-E171-3A2B16271529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5" creationId="{CD880B83-4509-3C93-06EC-E6461609496C}"/>
          </ac:spMkLst>
        </pc:spChg>
        <pc:spChg chg="del">
          <ac:chgData name="福元 允亮" userId="12e1d508-426e-4c6a-b43b-7681266f9ca9" providerId="ADAL" clId="{73A3F7F6-CF54-5D4E-9C08-0DAE630A75FC}" dt="2026-03-19T04:24:39.114" v="0" actId="478"/>
          <ac:spMkLst>
            <pc:docMk/>
            <pc:sldMk cId="3001053428" sldId="2147480764"/>
            <ac:spMk id="46" creationId="{B18DE05F-3DFF-570B-6120-243F50E2FA86}"/>
          </ac:spMkLst>
        </pc:spChg>
        <pc:graphicFrameChg chg="add mod modGraphic">
          <ac:chgData name="福元 允亮" userId="12e1d508-426e-4c6a-b43b-7681266f9ca9" providerId="ADAL" clId="{73A3F7F6-CF54-5D4E-9C08-0DAE630A75FC}" dt="2026-03-19T04:28:16.346" v="127"/>
          <ac:graphicFrameMkLst>
            <pc:docMk/>
            <pc:sldMk cId="3001053428" sldId="2147480764"/>
            <ac:graphicFrameMk id="11" creationId="{4BCE08B5-210C-3E1E-B642-5FFD1AA361AB}"/>
          </ac:graphicFrameMkLst>
        </pc:graphicFrameChg>
      </pc:sldChg>
    </pc:docChg>
  </pc:docChgLst>
  <pc:docChgLst>
    <pc:chgData name="福元 允亮" userId="12e1d508-426e-4c6a-b43b-7681266f9ca9" providerId="ADAL" clId="{3F8738D5-2550-AF4F-981D-A8C1866BE157}"/>
    <pc:docChg chg="undo custSel modSld">
      <pc:chgData name="福元 允亮" userId="12e1d508-426e-4c6a-b43b-7681266f9ca9" providerId="ADAL" clId="{3F8738D5-2550-AF4F-981D-A8C1866BE157}" dt="2026-03-12T07:19:16.668" v="249" actId="3064"/>
      <pc:docMkLst>
        <pc:docMk/>
      </pc:docMkLst>
      <pc:sldChg chg="addSp delSp modSp mod">
        <pc:chgData name="福元 允亮" userId="12e1d508-426e-4c6a-b43b-7681266f9ca9" providerId="ADAL" clId="{3F8738D5-2550-AF4F-981D-A8C1866BE157}" dt="2026-03-12T07:19:16.668" v="249" actId="3064"/>
        <pc:sldMkLst>
          <pc:docMk/>
          <pc:sldMk cId="3001053428" sldId="2147480764"/>
        </pc:sldMkLst>
        <pc:spChg chg="mod">
          <ac:chgData name="福元 允亮" userId="12e1d508-426e-4c6a-b43b-7681266f9ca9" providerId="ADAL" clId="{3F8738D5-2550-AF4F-981D-A8C1866BE157}" dt="2026-03-12T06:53:50.504" v="109" actId="1036"/>
          <ac:spMkLst>
            <pc:docMk/>
            <pc:sldMk cId="3001053428" sldId="2147480764"/>
            <ac:spMk id="7" creationId="{07C5F1D5-1FB6-4AC9-95E6-C0578AC27158}"/>
          </ac:spMkLst>
        </pc:spChg>
        <pc:spChg chg="add mod">
          <ac:chgData name="福元 允亮" userId="12e1d508-426e-4c6a-b43b-7681266f9ca9" providerId="ADAL" clId="{3F8738D5-2550-AF4F-981D-A8C1866BE157}" dt="2026-03-12T07:19:16.668" v="249" actId="3064"/>
          <ac:spMkLst>
            <pc:docMk/>
            <pc:sldMk cId="3001053428" sldId="2147480764"/>
            <ac:spMk id="30" creationId="{6DE39449-59E9-A8C5-988C-A57C3F0FC32F}"/>
          </ac:spMkLst>
        </pc:spChg>
        <pc:cxnChg chg="mod topLvl">
          <ac:chgData name="福元 允亮" userId="12e1d508-426e-4c6a-b43b-7681266f9ca9" providerId="ADAL" clId="{3F8738D5-2550-AF4F-981D-A8C1866BE157}" dt="2026-03-12T06:53:43.418" v="106" actId="165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  <pc:docChgLst>
    <pc:chgData name="福元 允亮" userId="12e1d508-426e-4c6a-b43b-7681266f9ca9" providerId="ADAL" clId="{677DA6F4-90AE-E448-B5D9-A10FB8393A34}"/>
    <pc:docChg chg="custSel modSld">
      <pc:chgData name="福元 允亮" userId="12e1d508-426e-4c6a-b43b-7681266f9ca9" providerId="ADAL" clId="{677DA6F4-90AE-E448-B5D9-A10FB8393A34}" dt="2026-03-12T04:36:20.054" v="169" actId="403"/>
      <pc:docMkLst>
        <pc:docMk/>
      </pc:docMkLst>
      <pc:sldChg chg="addSp delSp modSp mod">
        <pc:chgData name="福元 允亮" userId="12e1d508-426e-4c6a-b43b-7681266f9ca9" providerId="ADAL" clId="{677DA6F4-90AE-E448-B5D9-A10FB8393A34}" dt="2026-03-12T04:36:20.054" v="169" actId="403"/>
        <pc:sldMkLst>
          <pc:docMk/>
          <pc:sldMk cId="3001053428" sldId="2147480764"/>
        </pc:sldMkLst>
        <pc:spChg chg="add mod topLvl">
          <ac:chgData name="福元 允亮" userId="12e1d508-426e-4c6a-b43b-7681266f9ca9" providerId="ADAL" clId="{677DA6F4-90AE-E448-B5D9-A10FB8393A34}" dt="2026-03-12T04:36:20.054" v="169" actId="403"/>
          <ac:spMkLst>
            <pc:docMk/>
            <pc:sldMk cId="3001053428" sldId="2147480764"/>
            <ac:spMk id="7" creationId="{07C5F1D5-1FB6-4AC9-95E6-C0578AC27158}"/>
          </ac:spMkLst>
        </pc:spChg>
        <pc:cxnChg chg="add mod">
          <ac:chgData name="福元 允亮" userId="12e1d508-426e-4c6a-b43b-7681266f9ca9" providerId="ADAL" clId="{677DA6F4-90AE-E448-B5D9-A10FB8393A34}" dt="2026-03-12T04:33:15.987" v="110" actId="692"/>
          <ac:cxnSpMkLst>
            <pc:docMk/>
            <pc:sldMk cId="3001053428" sldId="2147480764"/>
            <ac:cxnSpMk id="27" creationId="{7C46F714-70A5-C921-7CCA-8693858A63E8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2026/3/19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Chart Title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17f56e19-48dc-4865-971f-f3b491f58a87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95</TotalTime>
  <Words>39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2026-03-19T05:25:18Z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