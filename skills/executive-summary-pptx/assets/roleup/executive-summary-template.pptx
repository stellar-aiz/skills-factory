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99" r:id="rId8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AAF458F5-A81B-84D6-F7A5-159FF9C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ns2:creationId id="{F6CF9AE3-9F4C-B879-936D-5958A9C54F4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 spc="-54"/>
              <a:t/>
            </a:r>
            <a:br>
              <a:rPr lang="ja-JP" altLang="en-US" sz="2200" spc="-54"/>
            </a:br>
            <a:endParaRPr kumimoji="1" lang="ja-JP" altLang="en-US" sz="2200"/>
          </a:p>
        </p:txBody>
      </p:sp>
      <p:sp>
        <p:nvSpPr>
          <p:cNvPr id="5" name="Text Placeholder 2">
            <a:extLst>
              <a:ext uri="{FF2B5EF4-FFF2-40B4-BE49-F238E27FC236}">
                <ns2:creationId id="{EB2A8FEE-8E0B-512C-9DB7-5E18155BD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2" name="正方形/長方形 1">
            <a:extLst>
              <a:ext uri="{FF2B5EF4-FFF2-40B4-BE49-F238E27FC236}">
                <ns2:creationId id="{5EA595C6-B86A-43F5-8BCA-BBB4171C8C3B}"/>
              </a:ext>
            </a:extLst>
          </p:cNvPr>
          <p:cNvSpPr/>
          <p:nvPr/>
        </p:nvSpPr>
        <p:spPr>
          <a:xfrm>
            <a:off x="371474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033AAEFA-A36C-24D9-39CB-B899DF757F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  <p:sp>
        <p:nvSpPr>
          <p:cNvPr id="9" name="正方形/長方形 8">
            <a:extLst>
              <a:ext uri="{FF2B5EF4-FFF2-40B4-BE49-F238E27FC236}">
                <ns2:creationId id="{05B21B84-6D99-A5C3-EF7F-2A48D186AF43}"/>
              </a:ext>
            </a:extLst>
          </p:cNvPr>
          <p:cNvSpPr/>
          <p:nvPr/>
        </p:nvSpPr>
        <p:spPr>
          <a:xfrm>
            <a:off x="5554212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3:creationId val="21496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