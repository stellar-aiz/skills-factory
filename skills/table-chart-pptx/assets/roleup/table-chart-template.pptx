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lang="en-GB"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lang="en-GB" sz="1200" b="0">
                <a:solidFill>
                  <a:srgbClr val="897141"/>
                </a:solidFill>
                <a:latin typeface="Yu Gothic UI"/>
                <a:ea typeface="Yu Gothic UI"/>
              </a:rPr>
              <a:t>Chart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5F1D5-1FB6-4AC9-95E6-C0578AC27158}"/>
              </a:ext>
            </a:extLst>
          </p:cNvPr>
          <p:cNvSpPr txBox="1"/>
          <p:nvPr/>
        </p:nvSpPr>
        <p:spPr>
          <a:xfrm>
            <a:off x="374904" y="1417320"/>
            <a:ext cx="6583680" cy="274320"/>
          </a:xfrm>
          <a:prstGeom prst="rect">
            <a:avLst/>
          </a:prstGeom>
          <a:noFill/>
        </p:spPr>
        <p:txBody>
          <a:bodyPr wrap="square" lIns="0" rIns="0" rtlCol="0" anchor="b" anchorCtr="0">
            <a:noAutofit/>
          </a:bodyPr>
          <a:lstStyle/>
          <a:p>
            <a:pPr algn="l" defTabSz="288000"/>
            <a:r>
              <a:rPr kumimoji="1" lang="en-GB" b="1" sz="1200">
                <a:solidFill>
                  <a:srgbClr val="241A17"/>
                </a:solidFill>
                <a:latin typeface="Yu Gothic UI"/>
                <a:ea typeface="Yu Gothic UI"/>
              </a:rPr>
              <a:t>Table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46F714-70A5-C921-7CCA-8693858A63E8}"/>
              </a:ext>
            </a:extLst>
          </p:cNvPr>
          <p:cNvCxnSpPr>
            <a:cxnSpLocks/>
          </p:cNvCxnSpPr>
          <p:nvPr/>
        </p:nvCxnSpPr>
        <p:spPr>
          <a:xfrm>
            <a:off x="374904" y="1691640"/>
            <a:ext cx="658368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DE39449-59E9-A8C5-988C-A57C3F0FC32F}"/>
              </a:ext>
            </a:extLst>
          </p:cNvPr>
          <p:cNvSpPr txBox="1"/>
          <p:nvPr/>
        </p:nvSpPr>
        <p:spPr>
          <a:xfrm>
            <a:off x="7269480" y="1417320"/>
            <a:ext cx="3044952" cy="502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1200" b="1">
                <a:solidFill>
                  <a:srgbClr val="241A17"/>
                </a:solidFill>
                <a:latin typeface="Yu Gothic UI"/>
                <a:ea typeface="Yu Gothic UI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Implication3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CE08B5-210C-3E1E-B642-5FFD1AA36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83187"/>
              </p:ext>
            </p:extLst>
          </p:nvPr>
        </p:nvGraphicFramePr>
        <p:xfrm>
          <a:off x="374904" y="1828800"/>
          <a:ext cx="6583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267">
                  <a:extLst>
                    <a:ext uri="{9D8B030D-6E8A-4147-A177-3AD203B41FA5}">
                      <a16:colId xmlns:a16="http://schemas.microsoft.com/office/drawing/2014/main" val="2918974348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117170997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3087678397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868885377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3865234736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258769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Label1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Label2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Label3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Label4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Label5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Label6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63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8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30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7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92547"/>
                  </a:ext>
                </a:extLst>
              </a:tr>
            </a:tbl>
          </a:graphicData>
        </a:graphic>
      </p:graphicFrame>
      <p:sp>
        <p:nvSpPr>
          <p:cNvPr id="31" name="Source 3"/>
          <p:cNvSpPr txBox="1"/>
          <p:nvPr/>
        </p:nvSpPr>
        <p:spPr>
          <a:xfrm>
            <a:off x="374904" y="681228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出典: 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