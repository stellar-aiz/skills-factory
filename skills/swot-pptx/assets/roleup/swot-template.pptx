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87" r:id="rId4"/>
  </p:sldMasterIdLst>
  <p:notesMasterIdLst>
    <p:notesMasterId r:id="rId6"/>
  </p:notesMasterIdLst>
  <p:handoutMasterIdLst>
    <p:handoutMasterId r:id="rId7"/>
  </p:handoutMasterIdLst>
  <p:sldIdLst>
    <p:sldId id="2147480764" r:id="rId5"/>
  </p:sldIdLst>
  <p:sldSz cx="10691813" cy="7559675"/>
  <p:notesSz cx="6858000" cy="9144000"/>
  <p:custDataLst>
    <p:tags r:id="rId8"/>
  </p:custData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成者" initials="A" lastIdx="0" clrIdx="1"/>
  <p:cmAuthor id="3" name="QAD 上原 光徳/Uehara, Mitsunori (NTT DATA)" initials="Q上光M(D" lastIdx="3" clrIdx="2">
    <p:extLst>
      <p:ext uri="{19B8F6BF-5375-455C-9EA6-DF929625EA0E}">
        <p15:presenceInfo xmlns:p15="http://schemas.microsoft.com/office/powerpoint/2012/main" userId="S::Mitsunori.Uehara@jp.nttdata.com::37b1c3ba-4dc0-4ab6-8ca6-e39079f72e79" providerId="AD"/>
      </p:ext>
    </p:extLst>
  </p:cmAuthor>
  <p:cmAuthor id="4" name="TIG 片岡 瑠美/Kataoka, Rumi (NTT DATA)" initials="T片瑠R(D" lastIdx="1" clrIdx="3">
    <p:extLst>
      <p:ext uri="{19B8F6BF-5375-455C-9EA6-DF929625EA0E}">
        <p15:presenceInfo xmlns:p15="http://schemas.microsoft.com/office/powerpoint/2012/main" userId="TIG 片岡 瑠美/Kataoka, Rumi (NTT DATA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FF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5AD"/>
    <a:srgbClr val="595959"/>
    <a:srgbClr val="7F7F7F"/>
    <a:srgbClr val="000000"/>
    <a:srgbClr val="CC99FF"/>
    <a:srgbClr val="FFCCFF"/>
    <a:srgbClr val="404040"/>
    <a:srgbClr val="C0C0C0"/>
    <a:srgbClr val="A3DAFE"/>
    <a:srgbClr val="FF7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8738D5-2550-AF4F-981D-A8C1866BE157}" v="23" dt="2026-03-19T04:23:28.066"/>
    <p1510:client id="{73A3F7F6-CF54-5D4E-9C08-0DAE630A75FC}" v="19" dt="2026-03-19T04:28:16.3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06799F8-075E-4A3A-A7F6-7FBC6576F1A4}" styleName="テーマ スタイル 2 - アクセント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7853C-536D-4A76-A0AE-DD22124D55A5}" styleName="テーマ スタイル 1 - アクセント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840"/>
    <p:restoredTop sz="94660"/>
  </p:normalViewPr>
  <p:slideViewPr>
    <p:cSldViewPr snapToGrid="0">
      <p:cViewPr varScale="1">
        <p:scale>
          <a:sx n="102" d="100"/>
          <a:sy n="102" d="100"/>
        </p:scale>
        <p:origin x="200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tags" Target="tags/tag1.xml"/><Relationship Id="rId9" Type="http://schemas.openxmlformats.org/officeDocument/2006/relationships/commentAuthors" Target="commentAuthors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6/11/relationships/changesInfo" Target="changesInfos/changesInfo1.xml"/><Relationship Id="rId1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福元 允亮" userId="12e1d508-426e-4c6a-b43b-7681266f9ca9" providerId="ADAL" clId="{4FB9097D-FD44-E242-A68C-2137823CC664}"/>
    <pc:docChg chg="undo custSel modSld">
      <pc:chgData name="福元 允亮" userId="12e1d508-426e-4c6a-b43b-7681266f9ca9" providerId="ADAL" clId="{4FB9097D-FD44-E242-A68C-2137823CC664}" dt="2026-03-12T04:26:49.545" v="184" actId="120"/>
      <pc:docMkLst>
        <pc:docMk/>
      </pc:docMkLst>
      <pc:sldChg chg="addSp delSp modSp mod">
        <pc:chgData name="福元 允亮" userId="12e1d508-426e-4c6a-b43b-7681266f9ca9" providerId="ADAL" clId="{4FB9097D-FD44-E242-A68C-2137823CC664}" dt="2026-03-12T04:26:49.545" v="184" actId="120"/>
        <pc:sldMkLst>
          <pc:docMk/>
          <pc:sldMk cId="3001053428" sldId="2147480764"/>
        </pc:sldMkLst>
        <pc:spChg chg="mod">
          <ac:chgData name="福元 允亮" userId="12e1d508-426e-4c6a-b43b-7681266f9ca9" providerId="ADAL" clId="{4FB9097D-FD44-E242-A68C-2137823CC664}" dt="2026-03-12T01:15:21.182" v="127" actId="948"/>
          <ac:spMkLst>
            <pc:docMk/>
            <pc:sldMk cId="3001053428" sldId="2147480764"/>
            <ac:spMk id="2" creationId="{BA5EF566-D16A-40BE-C039-67C80A2CFA91}"/>
          </ac:spMkLst>
        </pc:spChg>
        <pc:spChg chg="mod">
          <ac:chgData name="福元 允亮" userId="12e1d508-426e-4c6a-b43b-7681266f9ca9" providerId="ADAL" clId="{4FB9097D-FD44-E242-A68C-2137823CC664}" dt="2026-03-12T01:15:23.816" v="173" actId="20577"/>
          <ac:spMkLst>
            <pc:docMk/>
            <pc:sldMk cId="3001053428" sldId="2147480764"/>
            <ac:spMk id="3" creationId="{12D73F1F-49C9-5A45-B9E8-D6F68FC949FD}"/>
          </ac:spMkLst>
        </pc:spChg>
        <pc:graphicFrameChg chg="add mod modVis">
          <ac:chgData name="福元 允亮" userId="12e1d508-426e-4c6a-b43b-7681266f9ca9" providerId="ADAL" clId="{4FB9097D-FD44-E242-A68C-2137823CC664}" dt="2026-03-12T01:15:21.236" v="162"/>
          <ac:graphicFrameMkLst>
            <pc:docMk/>
            <pc:sldMk cId="3001053428" sldId="2147480764"/>
            <ac:graphicFrameMk id="8" creationId="{8B876925-78A3-0D6D-A136-2CE4548C6FDC}"/>
          </ac:graphicFrameMkLst>
        </pc:graphicFrameChg>
      </pc:sldChg>
    </pc:docChg>
  </pc:docChgLst>
  <pc:docChgLst>
    <pc:chgData name="福元 允亮" userId="12e1d508-426e-4c6a-b43b-7681266f9ca9" providerId="ADAL" clId="{73A3F7F6-CF54-5D4E-9C08-0DAE630A75FC}"/>
    <pc:docChg chg="undo custSel modSld">
      <pc:chgData name="福元 允亮" userId="12e1d508-426e-4c6a-b43b-7681266f9ca9" providerId="ADAL" clId="{73A3F7F6-CF54-5D4E-9C08-0DAE630A75FC}" dt="2026-03-19T05:25:17.322" v="128" actId="14100"/>
      <pc:docMkLst>
        <pc:docMk/>
      </pc:docMkLst>
      <pc:sldChg chg="addSp delSp modSp mod">
        <pc:chgData name="福元 允亮" userId="12e1d508-426e-4c6a-b43b-7681266f9ca9" providerId="ADAL" clId="{73A3F7F6-CF54-5D4E-9C08-0DAE630A75FC}" dt="2026-03-19T05:25:17.322" v="128" actId="14100"/>
        <pc:sldMkLst>
          <pc:docMk/>
          <pc:sldMk cId="3001053428" sldId="2147480764"/>
        </pc:sldMkLst>
        <pc:spChg chg="del">
          <ac:chgData name="福元 允亮" userId="12e1d508-426e-4c6a-b43b-7681266f9ca9" providerId="ADAL" clId="{73A3F7F6-CF54-5D4E-9C08-0DAE630A75FC}" dt="2026-03-19T04:24:42.290" v="1" actId="478"/>
          <ac:spMkLst>
            <pc:docMk/>
            <pc:sldMk cId="3001053428" sldId="2147480764"/>
            <ac:spMk id="4" creationId="{F9F398D3-2F6B-A011-1C1D-9A8C12E59113}"/>
          </ac:spMkLst>
        </pc:spChg>
        <pc:spChg chg="del">
          <ac:chgData name="福元 允亮" userId="12e1d508-426e-4c6a-b43b-7681266f9ca9" providerId="ADAL" clId="{73A3F7F6-CF54-5D4E-9C08-0DAE630A75FC}" dt="2026-03-19T04:24:42.290" v="1" actId="478"/>
          <ac:spMkLst>
            <pc:docMk/>
            <pc:sldMk cId="3001053428" sldId="2147480764"/>
            <ac:spMk id="5" creationId="{6D6889C1-5BFA-C557-CB37-1967325CB392}"/>
          </ac:spMkLst>
        </pc:spChg>
        <pc:spChg chg="mod">
          <ac:chgData name="福元 允亮" userId="12e1d508-426e-4c6a-b43b-7681266f9ca9" providerId="ADAL" clId="{73A3F7F6-CF54-5D4E-9C08-0DAE630A75FC}" dt="2026-03-19T05:25:17.322" v="128" actId="14100"/>
          <ac:spMkLst>
            <pc:docMk/>
            <pc:sldMk cId="3001053428" sldId="2147480764"/>
            <ac:spMk id="7" creationId="{07C5F1D5-1FB6-4AC9-95E6-C0578AC27158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10" creationId="{F093C981-CC74-DE2E-DB51-C1E5C72CAA4A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13" creationId="{3EA67211-B74F-0557-8EB4-8823B0820C22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16" creationId="{FFB60D2D-C7BC-45CF-5BFD-DCB9780DAE75}"/>
          </ac:spMkLst>
        </pc:spChg>
        <pc:spChg chg="del">
          <ac:chgData name="福元 允亮" userId="12e1d508-426e-4c6a-b43b-7681266f9ca9" providerId="ADAL" clId="{73A3F7F6-CF54-5D4E-9C08-0DAE630A75FC}" dt="2026-03-19T04:24:42.290" v="1" actId="478"/>
          <ac:spMkLst>
            <pc:docMk/>
            <pc:sldMk cId="3001053428" sldId="2147480764"/>
            <ac:spMk id="23" creationId="{CF5A2BEE-E40D-41A4-5432-F5E1E4EA7249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35" creationId="{5D5987A4-A19F-B84D-9DFA-6F9C909E4603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37" creationId="{887C9450-54F5-A2F9-8A7F-AD3977EF03F1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38" creationId="{D33CBAA1-D65B-4B15-C70B-F79C45DE97D5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40" creationId="{F4A6A664-7FC8-6E19-95C8-C0BD75940884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41" creationId="{18D8F863-3605-DFF4-E171-3A2B16271529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45" creationId="{CD880B83-4509-3C93-06EC-E6461609496C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46" creationId="{B18DE05F-3DFF-570B-6120-243F50E2FA86}"/>
          </ac:spMkLst>
        </pc:spChg>
        <pc:graphicFrameChg chg="add mod modGraphic">
          <ac:chgData name="福元 允亮" userId="12e1d508-426e-4c6a-b43b-7681266f9ca9" providerId="ADAL" clId="{73A3F7F6-CF54-5D4E-9C08-0DAE630A75FC}" dt="2026-03-19T04:28:16.346" v="127"/>
          <ac:graphicFrameMkLst>
            <pc:docMk/>
            <pc:sldMk cId="3001053428" sldId="2147480764"/>
            <ac:graphicFrameMk id="11" creationId="{4BCE08B5-210C-3E1E-B642-5FFD1AA361AB}"/>
          </ac:graphicFrameMkLst>
        </pc:graphicFrameChg>
      </pc:sldChg>
    </pc:docChg>
  </pc:docChgLst>
  <pc:docChgLst>
    <pc:chgData name="福元 允亮" userId="12e1d508-426e-4c6a-b43b-7681266f9ca9" providerId="ADAL" clId="{3F8738D5-2550-AF4F-981D-A8C1866BE157}"/>
    <pc:docChg chg="undo custSel modSld">
      <pc:chgData name="福元 允亮" userId="12e1d508-426e-4c6a-b43b-7681266f9ca9" providerId="ADAL" clId="{3F8738D5-2550-AF4F-981D-A8C1866BE157}" dt="2026-03-12T07:19:16.668" v="249" actId="3064"/>
      <pc:docMkLst>
        <pc:docMk/>
      </pc:docMkLst>
      <pc:sldChg chg="addSp delSp modSp mod">
        <pc:chgData name="福元 允亮" userId="12e1d508-426e-4c6a-b43b-7681266f9ca9" providerId="ADAL" clId="{3F8738D5-2550-AF4F-981D-A8C1866BE157}" dt="2026-03-12T07:19:16.668" v="249" actId="3064"/>
        <pc:sldMkLst>
          <pc:docMk/>
          <pc:sldMk cId="3001053428" sldId="2147480764"/>
        </pc:sldMkLst>
        <pc:spChg chg="mod">
          <ac:chgData name="福元 允亮" userId="12e1d508-426e-4c6a-b43b-7681266f9ca9" providerId="ADAL" clId="{3F8738D5-2550-AF4F-981D-A8C1866BE157}" dt="2026-03-12T06:53:50.504" v="109" actId="1036"/>
          <ac:spMkLst>
            <pc:docMk/>
            <pc:sldMk cId="3001053428" sldId="2147480764"/>
            <ac:spMk id="7" creationId="{07C5F1D5-1FB6-4AC9-95E6-C0578AC27158}"/>
          </ac:spMkLst>
        </pc:spChg>
        <pc:spChg chg="add mod">
          <ac:chgData name="福元 允亮" userId="12e1d508-426e-4c6a-b43b-7681266f9ca9" providerId="ADAL" clId="{3F8738D5-2550-AF4F-981D-A8C1866BE157}" dt="2026-03-12T07:19:16.668" v="249" actId="3064"/>
          <ac:spMkLst>
            <pc:docMk/>
            <pc:sldMk cId="3001053428" sldId="2147480764"/>
            <ac:spMk id="30" creationId="{6DE39449-59E9-A8C5-988C-A57C3F0FC32F}"/>
          </ac:spMkLst>
        </pc:spChg>
        <pc:cxnChg chg="mod topLvl">
          <ac:chgData name="福元 允亮" userId="12e1d508-426e-4c6a-b43b-7681266f9ca9" providerId="ADAL" clId="{3F8738D5-2550-AF4F-981D-A8C1866BE157}" dt="2026-03-12T06:53:43.418" v="106" actId="165"/>
          <ac:cxnSpMkLst>
            <pc:docMk/>
            <pc:sldMk cId="3001053428" sldId="2147480764"/>
            <ac:cxnSpMk id="27" creationId="{7C46F714-70A5-C921-7CCA-8693858A63E8}"/>
          </ac:cxnSpMkLst>
        </pc:cxnChg>
      </pc:sldChg>
    </pc:docChg>
  </pc:docChgLst>
  <pc:docChgLst>
    <pc:chgData name="福元 允亮" userId="12e1d508-426e-4c6a-b43b-7681266f9ca9" providerId="ADAL" clId="{677DA6F4-90AE-E448-B5D9-A10FB8393A34}"/>
    <pc:docChg chg="custSel modSld">
      <pc:chgData name="福元 允亮" userId="12e1d508-426e-4c6a-b43b-7681266f9ca9" providerId="ADAL" clId="{677DA6F4-90AE-E448-B5D9-A10FB8393A34}" dt="2026-03-12T04:36:20.054" v="169" actId="403"/>
      <pc:docMkLst>
        <pc:docMk/>
      </pc:docMkLst>
      <pc:sldChg chg="addSp delSp modSp mod">
        <pc:chgData name="福元 允亮" userId="12e1d508-426e-4c6a-b43b-7681266f9ca9" providerId="ADAL" clId="{677DA6F4-90AE-E448-B5D9-A10FB8393A34}" dt="2026-03-12T04:36:20.054" v="169" actId="403"/>
        <pc:sldMkLst>
          <pc:docMk/>
          <pc:sldMk cId="3001053428" sldId="2147480764"/>
        </pc:sldMkLst>
        <pc:spChg chg="add mod topLvl">
          <ac:chgData name="福元 允亮" userId="12e1d508-426e-4c6a-b43b-7681266f9ca9" providerId="ADAL" clId="{677DA6F4-90AE-E448-B5D9-A10FB8393A34}" dt="2026-03-12T04:36:20.054" v="169" actId="403"/>
          <ac:spMkLst>
            <pc:docMk/>
            <pc:sldMk cId="3001053428" sldId="2147480764"/>
            <ac:spMk id="7" creationId="{07C5F1D5-1FB6-4AC9-95E6-C0578AC27158}"/>
          </ac:spMkLst>
        </pc:spChg>
        <pc:cxnChg chg="add mod">
          <ac:chgData name="福元 允亮" userId="12e1d508-426e-4c6a-b43b-7681266f9ca9" providerId="ADAL" clId="{677DA6F4-90AE-E448-B5D9-A10FB8393A34}" dt="2026-03-12T04:33:15.987" v="110" actId="692"/>
          <ac:cxnSpMkLst>
            <pc:docMk/>
            <pc:sldMk cId="3001053428" sldId="2147480764"/>
            <ac:cxnSpMk id="27" creationId="{7C46F714-70A5-C921-7CCA-8693858A63E8}"/>
          </ac:cxnSpMkLst>
        </pc:cxn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BDCB57-7B26-864A-85AB-1FE6E8A71097}" type="datetimeFigureOut">
              <a:rPr kumimoji="1" lang="ja-JP" altLang="en-US" smtClean="0">
                <a:latin typeface="+mn-ea"/>
              </a:rPr>
              <a:t>2026/3/19</a:t>
            </a:fld>
            <a:endParaRPr kumimoji="1" lang="ja-JP" altLang="en-US">
              <a:latin typeface="+mn-ea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41B73B-8F91-6845-8B45-1448A7A46D6E}" type="slidenum">
              <a:rPr kumimoji="1" lang="ja-JP" altLang="en-US" smtClean="0">
                <a:latin typeface="+mn-ea"/>
              </a:rPr>
              <a:t>‹#›</a:t>
            </a:fld>
            <a:endParaRPr kumimoji="1" lang="ja-JP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740855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B8588-1665-0A4A-AD47-68FFFFC620D1}" type="datetimeFigureOut">
              <a:rPr kumimoji="1" lang="ja-JP" altLang="en-US" smtClean="0"/>
              <a:t>2026/3/19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30237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3887785"/>
            <a:ext cx="5486400" cy="462597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9AAED7-EB68-B44B-A29A-E9CFE7A11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3940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oleObject" Target="../embeddings/oleObject2.bin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oleObject" Target="../embeddings/oleObject3.bin"/><Relationship Id="rId3" Type="http://schemas.openxmlformats.org/officeDocument/2006/relationships/image" Target="../media/image3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oleObject" Target="../embeddings/oleObject3.bin"/><Relationship Id="rId3" Type="http://schemas.openxmlformats.org/officeDocument/2006/relationships/image" Target="../media/image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26A9CB88-735E-6849-3DE2-E60599824D0A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5118937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6A9CB88-735E-6849-3DE2-E60599824D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659282D-E203-D490-4B15-F802032603A3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  <p:sp>
        <p:nvSpPr>
          <p:cNvPr id="2" name="タイトル 5">
            <a:extLst>
              <a:ext uri="{FF2B5EF4-FFF2-40B4-BE49-F238E27FC236}">
                <a16:creationId xmlns:a16="http://schemas.microsoft.com/office/drawing/2014/main" id="{62D4FB49-8661-3625-B1BB-3E9C6AC2C0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554966"/>
            <a:ext cx="11448000" cy="400110"/>
          </a:xfrm>
          <a:prstGeom prst="rect">
            <a:avLst/>
          </a:prstGeom>
        </p:spPr>
        <p:txBody>
          <a:bodyPr vert="horz" tIns="0" bIns="0" anchor="b" anchorCtr="0">
            <a:sp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r>
              <a:rPr kumimoji="1" lang="en-US" altLang="ja-JP"/>
              <a:t>Main Message</a:t>
            </a:r>
            <a:endParaRPr kumimoji="1" lang="ja-JP" altLang="en-US"/>
          </a:p>
        </p:txBody>
      </p:sp>
      <p:sp>
        <p:nvSpPr>
          <p:cNvPr id="8" name="テキスト プレースホルダー 2">
            <a:extLst>
              <a:ext uri="{FF2B5EF4-FFF2-40B4-BE49-F238E27FC236}">
                <a16:creationId xmlns:a16="http://schemas.microsoft.com/office/drawing/2014/main" id="{F7BBF3A6-210B-D5EF-F749-86E85CAF3D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4" y="979385"/>
            <a:ext cx="11448000" cy="2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ja-JP"/>
              <a:t>Chart Title</a:t>
            </a:r>
            <a:endParaRPr kumimoji="1" lang="ja-JP" altLang="en-US"/>
          </a:p>
        </p:txBody>
      </p:sp>
      <p:sp>
        <p:nvSpPr>
          <p:cNvPr id="10" name="コンテンツ プレースホルダー 4">
            <a:extLst>
              <a:ext uri="{FF2B5EF4-FFF2-40B4-BE49-F238E27FC236}">
                <a16:creationId xmlns:a16="http://schemas.microsoft.com/office/drawing/2014/main" id="{447B21C3-A705-704B-2D1E-74B76A5A0E2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1474" y="1377538"/>
            <a:ext cx="11449051" cy="4857662"/>
          </a:xfrm>
          <a:prstGeom prst="rect">
            <a:avLst/>
          </a:prstGeom>
        </p:spPr>
        <p:txBody>
          <a:bodyPr tIns="0" bIns="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 marL="540000" indent="-180000">
              <a:buFont typeface="Wingdings" pitchFamily="2" charset="2"/>
              <a:buChar char="Ø"/>
              <a:defRPr sz="1600">
                <a:solidFill>
                  <a:schemeClr val="tx1"/>
                </a:solidFill>
              </a:defRPr>
            </a:lvl3pPr>
            <a:lvl4pPr marL="720000" indent="-180000">
              <a:buFont typeface="Wingdings" pitchFamily="2" charset="2"/>
              <a:buChar char="ü"/>
              <a:defRPr sz="1600">
                <a:solidFill>
                  <a:schemeClr val="tx1"/>
                </a:solidFill>
              </a:defRPr>
            </a:lvl4pPr>
            <a:lvl5pPr marL="900000" indent="-180000">
              <a:buFont typeface="Wingdings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858761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265E79-47D9-4B17-A967-60D543C5CD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413999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>
              <a:defRPr sz="2600"/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56F1922-EBFD-0984-2464-4DD07C5D3F5B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chemeClr val="bg1"/>
                </a:solidFill>
              </a:rPr>
              <a:pPr algn="ctr"/>
              <a:t>‹#›</a:t>
            </a:fld>
            <a:endParaRPr kumimoji="0" lang="en-US" altLang="ja-JP" sz="800">
              <a:solidFill>
                <a:schemeClr val="bg1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52477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2">
            <a:extLst>
              <a:ext uri="{FF2B5EF4-FFF2-40B4-BE49-F238E27FC236}">
                <a16:creationId xmlns:a16="http://schemas.microsoft.com/office/drawing/2014/main" id="{6E2DD10F-9530-7664-057B-B2159A9B3A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752400"/>
            <a:ext cx="11440800" cy="396000"/>
          </a:xfrm>
          <a:prstGeom prst="rect">
            <a:avLst/>
          </a:prstGeom>
        </p:spPr>
        <p:txBody>
          <a:bodyPr lIns="0" rIns="0" anchor="b" anchorCtr="0"/>
          <a:lstStyle/>
          <a:p>
            <a:pPr lvl="0"/>
            <a:r>
              <a:rPr kumimoji="1" lang="ja-JP" altLang="en-US"/>
              <a:t>○○○○御中</a:t>
            </a:r>
          </a:p>
        </p:txBody>
      </p:sp>
      <p:sp>
        <p:nvSpPr>
          <p:cNvPr id="3" name="テキスト プレースホルダー 6">
            <a:extLst>
              <a:ext uri="{FF2B5EF4-FFF2-40B4-BE49-F238E27FC236}">
                <a16:creationId xmlns:a16="http://schemas.microsoft.com/office/drawing/2014/main" id="{68755F9C-61CE-506D-3491-59AA8741F6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800" y="1143727"/>
            <a:ext cx="11440800" cy="1422244"/>
          </a:xfrm>
          <a:prstGeom prst="rect">
            <a:avLst/>
          </a:prstGeom>
        </p:spPr>
        <p:txBody>
          <a:bodyPr lIns="0" tIns="46800" rIns="0" anchor="b"/>
          <a:lstStyle>
            <a:lvl1pPr>
              <a:lnSpc>
                <a:spcPct val="80000"/>
              </a:lnSpc>
              <a:defRPr sz="4400" b="1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［タイトル］</a:t>
            </a:r>
          </a:p>
        </p:txBody>
      </p:sp>
      <p:sp>
        <p:nvSpPr>
          <p:cNvPr id="4" name="テキスト プレースホルダー 10">
            <a:extLst>
              <a:ext uri="{FF2B5EF4-FFF2-40B4-BE49-F238E27FC236}">
                <a16:creationId xmlns:a16="http://schemas.microsoft.com/office/drawing/2014/main" id="{129B1BAA-5126-4805-070E-09CC7DAA63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0800" y="2565971"/>
            <a:ext cx="11440800" cy="375900"/>
          </a:xfrm>
          <a:prstGeom prst="rect">
            <a:avLst/>
          </a:prstGeom>
        </p:spPr>
        <p:txBody>
          <a:bodyPr lIns="0" tIns="46800" rIns="0"/>
          <a:lstStyle>
            <a:lvl1pPr>
              <a:defRPr>
                <a:solidFill>
                  <a:schemeClr val="tx1"/>
                </a:solidFill>
              </a:defRPr>
            </a:lvl1pPr>
            <a:lvl5pPr marL="2438216" indent="0">
              <a:buNone/>
              <a:defRPr/>
            </a:lvl5pPr>
          </a:lstStyle>
          <a:p>
            <a:pPr lvl="0"/>
            <a:r>
              <a:rPr kumimoji="1" lang="en-US" altLang="ja-JP"/>
              <a:t>2026</a:t>
            </a:r>
            <a:r>
              <a:rPr kumimoji="1" lang="ja-JP" altLang="en-US"/>
              <a:t>年〇月〇日　</a:t>
            </a:r>
            <a:r>
              <a:rPr kumimoji="1" lang="en-US" altLang="ja-JP"/>
              <a:t>XXX</a:t>
            </a:r>
            <a:r>
              <a:rPr kumimoji="1" lang="ja-JP" altLang="en-US"/>
              <a:t>株式会社 ○○○○○○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1733420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oleObject" Target="../embeddings/oleObject1.bin"/><Relationship Id="rId8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0807434-350C-4893-6E94-4C9EB9C03B8B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70971282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7772400" imgH="10058400" progId="TCLayout.ActiveDocument.1">
                  <p:embed/>
                </p:oleObj>
              </mc:Choice>
              <mc:Fallback>
                <p:oleObj name="think-cell Slide" r:id="rId7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807434-350C-4893-6E94-4C9EB9C03B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037A440-03F7-DC4B-BD06-698F971DD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164693"/>
            <a:ext cx="11376026" cy="4125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DD323A-9269-AE42-951E-F08FD291D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692150"/>
            <a:ext cx="11387161" cy="579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D1D4E16-E062-D856-6161-F5C259925C14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rgbClr val="6B6B6B"/>
                </a:solidFill>
              </a:rPr>
              <a:t>© 2026</a:t>
            </a:r>
          </a:p>
        </p:txBody>
      </p:sp>
    </p:spTree>
    <p:extLst>
      <p:ext uri="{BB962C8B-B14F-4D97-AF65-F5344CB8AC3E}">
        <p14:creationId xmlns:p14="http://schemas.microsoft.com/office/powerpoint/2010/main" val="2525735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8" r:id="rId1"/>
    <p:sldLayoutId id="2147484089" r:id="rId2"/>
    <p:sldLayoutId id="2147484090" r:id="rId3"/>
    <p:sldLayoutId id="2147484091" r:id="rId4"/>
    <p:sldLayoutId id="2147484092" r:id="rId5"/>
  </p:sldLayoutIdLst>
  <p:hf hdr="0" dt="0"/>
  <p:txStyles>
    <p:titleStyle>
      <a:lvl1pPr algn="l" defTabSz="609555" rtl="0" eaLnBrk="1" fontAlgn="base" hangingPunct="1">
        <a:spcBef>
          <a:spcPct val="0"/>
        </a:spcBef>
        <a:spcAft>
          <a:spcPct val="0"/>
        </a:spcAft>
        <a:defRPr kumimoji="1" sz="2400" b="1" i="0" kern="1200" spc="0" baseline="0">
          <a:solidFill>
            <a:schemeClr val="tx1"/>
          </a:solidFill>
          <a:latin typeface="+mj-ea"/>
          <a:ea typeface="+mj-ea"/>
          <a:cs typeface="HGPGothicE" charset="-128"/>
        </a:defRPr>
      </a:lvl1pPr>
      <a:lvl2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2pPr>
      <a:lvl3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3pPr>
      <a:lvl4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4pPr>
      <a:lvl5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5pPr>
      <a:lvl6pPr marL="609555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6pPr>
      <a:lvl7pPr marL="1219110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7pPr>
      <a:lvl8pPr marL="1828664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8pPr>
      <a:lvl9pPr marL="2438218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9pPr>
    </p:titleStyle>
    <p:bodyStyle>
      <a:lvl1pPr marL="0" indent="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None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1pPr>
      <a:lvl2pPr marL="36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2pPr>
      <a:lvl3pPr marL="54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3pPr>
      <a:lvl4pPr marL="72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4pPr>
      <a:lvl5pPr marL="90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F566-D16A-40BE-C039-67C80A2CF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74904"/>
            <a:ext cx="9939528" cy="457200"/>
          </a:xfrm>
        </p:spPr>
        <p:txBody>
          <a:bodyPr vert="horz"/>
          <a:lstStyle/>
          <a:p>
            <a:r>
              <a:rPr sz="2200" b="1">
                <a:solidFill>
                  <a:srgbClr val="241A17"/>
                </a:solidFill>
                <a:latin typeface="Yu Gothic UI"/>
                <a:ea typeface="Yu Gothic UI"/>
              </a:rPr>
              <a:t>Main Message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73F1F-49C9-5A45-B9E8-D6F68FC949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4904" y="914400"/>
            <a:ext cx="9939528" cy="329184"/>
          </a:xfrm>
        </p:spPr>
        <p:txBody>
          <a:bodyPr/>
          <a:lstStyle/>
          <a:p>
            <a:r>
              <a:rPr sz="1200" b="0">
                <a:solidFill>
                  <a:srgbClr val="897141"/>
                </a:solidFill>
                <a:latin typeface="Yu Gothic UI"/>
                <a:ea typeface="Yu Gothic UI"/>
              </a:rPr>
              <a:t>Chart Title</a:t>
            </a:r>
          </a:p>
        </p:txBody>
      </p:sp>
      <p:sp>
        <p:nvSpPr>
          <p:cNvPr id="4" name="Source 3"/>
          <p:cNvSpPr txBox="1"/>
          <p:nvPr/>
        </p:nvSpPr>
        <p:spPr>
          <a:xfrm>
            <a:off x="374904" y="6812280"/>
            <a:ext cx="99395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 b="0">
                <a:solidFill>
                  <a:srgbClr val="3E3A39"/>
                </a:solidFill>
                <a:latin typeface="Yu Gothic UI"/>
                <a:ea typeface="Yu Gothic UI"/>
              </a:rPr>
              <a:t>出典: </a:t>
            </a:r>
          </a:p>
        </p:txBody>
      </p:sp>
    </p:spTree>
    <p:extLst>
      <p:ext uri="{BB962C8B-B14F-4D97-AF65-F5344CB8AC3E}">
        <p14:creationId xmlns:p14="http://schemas.microsoft.com/office/powerpoint/2010/main" val="30010534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829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4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コンテンツ_Light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3B82F6"/>
      </a:accent1>
      <a:accent2>
        <a:srgbClr val="051C2A"/>
      </a:accent2>
      <a:accent3>
        <a:srgbClr val="10B981"/>
      </a:accent3>
      <a:accent4>
        <a:srgbClr val="EF4444"/>
      </a:accent4>
      <a:accent5>
        <a:srgbClr val="F59E0B"/>
      </a:accent5>
      <a:accent6>
        <a:srgbClr val="A855F7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rIns="0" rtlCol="0">
        <a:spAutoFit/>
      </a:bodyPr>
      <a:lstStyle>
        <a:defPPr algn="l" defTabSz="288000">
          <a:defRPr kumimoji="1" sz="1600">
            <a:latin typeface="+mn-ea"/>
          </a:defRPr>
        </a:defPPr>
      </a:lstStyle>
    </a:tx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NTT_DATA_Template_1609_JP.potx" id="{1EE4CAFD-5AE2-4E1A-8481-AE49321A04D9}" vid="{C426D7B0-6ED6-450F-975A-2903BD4810FA}"/>
    </a:ext>
  </a:extLst>
</a:theme>
</file>

<file path=ppt/theme/theme2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DBFA6A1-4DFF-0547-A259-06F47DFE0BE9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7f56e19-48dc-4865-971f-f3b491f58a87">
      <Terms xmlns="http://schemas.microsoft.com/office/infopath/2007/PartnerControls"/>
    </lcf76f155ced4ddcb4097134ff3c332f>
    <TaxCatchAll xmlns="0ae734c6-b731-48fe-9f9a-77498299e3e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89E5ACB7EEC446B5C0A053F7ABC581" ma:contentTypeVersion="12" ma:contentTypeDescription="Create a new document." ma:contentTypeScope="" ma:versionID="49a6381a5d329bcfaed59379faf28558">
  <xsd:schema xmlns:xsd="http://www.w3.org/2001/XMLSchema" xmlns:xs="http://www.w3.org/2001/XMLSchema" xmlns:p="http://schemas.microsoft.com/office/2006/metadata/properties" xmlns:ns2="17f56e19-48dc-4865-971f-f3b491f58a87" xmlns:ns3="0ae734c6-b731-48fe-9f9a-77498299e3e1" targetNamespace="http://schemas.microsoft.com/office/2006/metadata/properties" ma:root="true" ma:fieldsID="35126cdf82824cec3c7d4aa0c3dbcd07" ns2:_="" ns3:_="">
    <xsd:import namespace="17f56e19-48dc-4865-971f-f3b491f58a87"/>
    <xsd:import namespace="0ae734c6-b731-48fe-9f9a-77498299e3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f56e19-48dc-4865-971f-f3b491f58a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a46d487-6153-4679-b33a-1c23836d6a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e734c6-b731-48fe-9f9a-77498299e3e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d946c69-c5f6-49a2-9b20-89fcb4f2bd81}" ma:internalName="TaxCatchAll" ma:showField="CatchAllData" ma:web="0ae734c6-b731-48fe-9f9a-77498299e3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0F19364-6506-4AE9-B1C7-2E3E6444FD05}">
  <ds:schemaRefs>
    <ds:schemaRef ds:uri="http://purl.org/dc/dcmitype/"/>
    <ds:schemaRef ds:uri="http://schemas.microsoft.com/office/2006/documentManagement/types"/>
    <ds:schemaRef ds:uri="http://purl.org/dc/elements/1.1/"/>
    <ds:schemaRef ds:uri="http://purl.org/dc/terms/"/>
    <ds:schemaRef ds:uri="17f56e19-48dc-4865-971f-f3b491f58a87"/>
    <ds:schemaRef ds:uri="http://schemas.microsoft.com/office/infopath/2007/PartnerControls"/>
    <ds:schemaRef ds:uri="http://schemas.openxmlformats.org/package/2006/metadata/core-properties"/>
    <ds:schemaRef ds:uri="0ae734c6-b731-48fe-9f9a-77498299e3e1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548F579-53B8-4B8C-9F58-0D818877B6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0B14AEB-52D7-4791-93EF-FC8A0B2FF5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f56e19-48dc-4865-971f-f3b491f58a87"/>
    <ds:schemaRef ds:uri="0ae734c6-b731-48fe-9f9a-77498299e3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CorpPresentation_Template_169_J</Template>
  <TotalTime>95</TotalTime>
  <Words>39</Words>
  <Application>Microsoft Macintosh PowerPoint</Application>
  <PresentationFormat>Widescreen</PresentationFormat>
  <Paragraphs>37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Meiryo UI</vt:lpstr>
      <vt:lpstr>Arial</vt:lpstr>
      <vt:lpstr>Wingdings</vt:lpstr>
      <vt:lpstr>1_コンテンツ_Light</vt:lpstr>
      <vt:lpstr>think-cell Slide</vt:lpstr>
      <vt:lpstr>Main Message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上原　光徳</dc:creator>
  <cp:lastModifiedBy>福元 允亮</cp:lastModifiedBy>
  <cp:revision>2</cp:revision>
  <cp:lastPrinted>2025-09-08T08:32:45Z</cp:lastPrinted>
  <dcterms:created xsi:type="dcterms:W3CDTF">2023-08-02T14:40:51Z</dcterms:created>
  <dcterms:modified xsi:type="dcterms:W3CDTF">2026-03-19T05:25:18Z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0x010100F389E5ACB7EEC446B5C0A053F7ABC581</vt:lpwstr>
  </property>
  <property fmtid="{D5CDD505-2E9C-101B-9397-08002B2CF9AE}" pid="3" name="MediaServiceImageTags">
    <vt:lpwstr/>
  </property>
</Properties>
</file>