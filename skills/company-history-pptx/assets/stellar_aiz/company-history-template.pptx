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graphicFrame>
        <p:nvGraphicFramePr>
          <p:cNvPr id="4" name="Table 1"/>
          <p:cNvGraphicFramePr>
            <a:graphicFrameLocks noGrp="1"/>
          </p:cNvGraphicFramePr>
          <p:nvPr/>
        </p:nvGraphicFramePr>
        <p:xfrm>
          <a:off x="374904" y="1371600"/>
          <a:ext cx="11448288" cy="5120640"/>
        </p:xfrm>
        <a:graphic>
          <a:graphicData uri="http://schemas.openxmlformats.org/drawingml/2006/table">
            <a:tbl>
              <a:tblPr firstRow="1" bandRow="0"/>
              <a:tblGrid>
                <a:gridCol w="1188720"/>
                <a:gridCol w="10259568"/>
              </a:tblGrid>
              <a:tr h="2560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年</a:t>
                      </a:r>
                    </a:p>
                  </a:txBody>
                  <a:tcPr marL="91440" marR="91440" marT="45720" marB="45720" anchor="ctr">
                    <a:solidFill>
                      <a:srgbClr val="F5F0D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88888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概要</a:t>
                      </a:r>
                    </a:p>
                  </a:txBody>
                  <a:tcPr marL="91440" marR="91440" marT="45720" marB="45720" anchor="ctr">
                    <a:solidFill>
                      <a:srgbClr val="F5F0D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888888"/>
                      </a:solidFill>
                    </a:lnB>
                  </a:tcPr>
                </a:tc>
              </a:tr>
              <a:tr h="2560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1989年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サンプルテキスト</a:t>
                      </a: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