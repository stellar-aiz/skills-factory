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01AA1-DEBD-914C-96F8-DB197535AB48}" v="36" dt="2026-03-26T07:35:02.866"/>
    <p1510:client id="{53223616-317D-6343-AA52-963AA7BDED12}" v="21" dt="2026-03-26T07:40:44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16"/>
    <p:restoredTop sz="94658"/>
  </p:normalViewPr>
  <p:slideViewPr>
    <p:cSldViewPr snapToGrid="0">
      <p:cViewPr>
        <p:scale>
          <a:sx n="128" d="100"/>
          <a:sy n="12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812416AE-6445-1043-A536-EB3D483243BE}"/>
    <pc:docChg chg="custSel modSld">
      <pc:chgData name="福元 允亮" userId="12e1d508-426e-4c6a-b43b-7681266f9ca9" providerId="ADAL" clId="{812416AE-6445-1043-A536-EB3D483243BE}" dt="2026-03-11T13:11:32.932" v="217" actId="14100"/>
      <pc:docMkLst>
        <pc:docMk/>
      </pc:docMkLst>
      <pc:sldChg chg="addSp delSp modSp mod">
        <pc:chgData name="福元 允亮" userId="12e1d508-426e-4c6a-b43b-7681266f9ca9" providerId="ADAL" clId="{812416AE-6445-1043-A536-EB3D483243BE}" dt="2026-03-11T13:11:32.932" v="217" actId="14100"/>
        <pc:sldMkLst>
          <pc:docMk/>
          <pc:sldMk cId="3001053428" sldId="2147480764"/>
        </pc:sldMkLst>
      </pc:sldChg>
    </pc:docChg>
  </pc:docChgLst>
  <pc:docChgLst>
    <pc:chgData name="福元 允亮" userId="12e1d508-426e-4c6a-b43b-7681266f9ca9" providerId="ADAL" clId="{50001AA1-DEBD-914C-96F8-DB197535AB48}"/>
    <pc:docChg chg="custSel addSld modSld">
      <pc:chgData name="福元 允亮" userId="12e1d508-426e-4c6a-b43b-7681266f9ca9" providerId="ADAL" clId="{50001AA1-DEBD-914C-96F8-DB197535AB48}" dt="2026-03-13T00:46:10.928" v="468" actId="20577"/>
      <pc:docMkLst>
        <pc:docMk/>
      </pc:docMkLst>
      <pc:sldChg chg="addSp delSp modSp mod">
        <pc:chgData name="福元 允亮" userId="12e1d508-426e-4c6a-b43b-7681266f9ca9" providerId="ADAL" clId="{50001AA1-DEBD-914C-96F8-DB197535AB48}" dt="2026-03-13T00:44:51.665" v="426" actId="20577"/>
        <pc:sldMkLst>
          <pc:docMk/>
          <pc:sldMk cId="3001053428" sldId="2147480764"/>
        </pc:sldMkLst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5" creationId="{B6FF276C-B4BD-126C-6E80-07835D7B25ED}"/>
          </ac:spMkLst>
        </pc:spChg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24" creationId="{5E2B6A60-DD23-B156-5DEB-2433C7A7742E}"/>
          </ac:spMkLst>
        </pc:spChg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26" creationId="{9C814800-B387-DB0D-4D2C-42AF3A2176D9}"/>
          </ac:spMkLst>
        </pc:spChg>
        <pc:spChg chg="add mod">
          <ac:chgData name="福元 允亮" userId="12e1d508-426e-4c6a-b43b-7681266f9ca9" providerId="ADAL" clId="{50001AA1-DEBD-914C-96F8-DB197535AB48}" dt="2026-03-12T01:47:48.238" v="251" actId="1036"/>
          <ac:spMkLst>
            <pc:docMk/>
            <pc:sldMk cId="3001053428" sldId="2147480764"/>
            <ac:spMk id="27" creationId="{33F1E1CF-F830-1056-8B43-8CF74DF0BDE0}"/>
          </ac:spMkLst>
        </pc:spChg>
        <pc:spChg chg="add mod">
          <ac:chgData name="福元 允亮" userId="12e1d508-426e-4c6a-b43b-7681266f9ca9" providerId="ADAL" clId="{50001AA1-DEBD-914C-96F8-DB197535AB48}" dt="2026-03-13T00:44:29.324" v="405" actId="948"/>
          <ac:spMkLst>
            <pc:docMk/>
            <pc:sldMk cId="3001053428" sldId="2147480764"/>
            <ac:spMk id="33" creationId="{FCE9081D-5F42-A03E-2CAC-B0A8F4138BA2}"/>
          </ac:spMkLst>
        </pc:spChg>
        <pc:spChg chg="add mod topLvl">
          <ac:chgData name="福元 允亮" userId="12e1d508-426e-4c6a-b43b-7681266f9ca9" providerId="ADAL" clId="{50001AA1-DEBD-914C-96F8-DB197535AB48}" dt="2026-03-12T01:46:13.309" v="211" actId="165"/>
          <ac:spMkLst>
            <pc:docMk/>
            <pc:sldMk cId="3001053428" sldId="2147480764"/>
            <ac:spMk id="34" creationId="{2FCFF851-352D-83DD-3EA3-F0AB48C1EDF2}"/>
          </ac:spMkLst>
        </pc:spChg>
        <pc:spChg chg="add mod topLvl">
          <ac:chgData name="福元 允亮" userId="12e1d508-426e-4c6a-b43b-7681266f9ca9" providerId="ADAL" clId="{50001AA1-DEBD-914C-96F8-DB197535AB48}" dt="2026-03-12T01:46:13.309" v="211" actId="165"/>
          <ac:spMkLst>
            <pc:docMk/>
            <pc:sldMk cId="3001053428" sldId="2147480764"/>
            <ac:spMk id="35" creationId="{65781528-E5E3-3ED9-2D2E-7BC9C317F3EA}"/>
          </ac:spMkLst>
        </pc:spChg>
        <pc:cxnChg chg="add mod">
          <ac:chgData name="福元 允亮" userId="12e1d508-426e-4c6a-b43b-7681266f9ca9" providerId="ADAL" clId="{50001AA1-DEBD-914C-96F8-DB197535AB48}" dt="2026-03-12T01:40:35.639" v="89" actId="1036"/>
          <ac:cxnSpMkLst>
            <pc:docMk/>
            <pc:sldMk cId="3001053428" sldId="2147480764"/>
            <ac:cxnSpMk id="29" creationId="{F097C201-C3A8-EBE3-45EE-022F4ED675A2}"/>
          </ac:cxnSpMkLst>
        </pc:cxnChg>
      </pc:sldChg>
      <pc:sldChg chg="addSp delSp modSp add mod">
        <pc:chgData name="福元 允亮" userId="12e1d508-426e-4c6a-b43b-7681266f9ca9" providerId="ADAL" clId="{50001AA1-DEBD-914C-96F8-DB197535AB48}" dt="2026-03-13T00:45:46.737" v="444" actId="20577"/>
        <pc:sldMkLst>
          <pc:docMk/>
          <pc:sldMk cId="1005488015" sldId="2147480765"/>
        </pc:sldMkLst>
      </pc:sldChg>
      <pc:sldChg chg="addSp delSp modSp add mod">
        <pc:chgData name="福元 允亮" userId="12e1d508-426e-4c6a-b43b-7681266f9ca9" providerId="ADAL" clId="{50001AA1-DEBD-914C-96F8-DB197535AB48}" dt="2026-03-13T00:46:10.928" v="468" actId="20577"/>
        <pc:sldMkLst>
          <pc:docMk/>
          <pc:sldMk cId="1456927857" sldId="2147480766"/>
        </pc:sldMkLst>
      </pc:sldChg>
    </pc:docChg>
  </pc:docChgLst>
  <pc:docChgLst>
    <pc:chgData name="福元 允亮" userId="12e1d508-426e-4c6a-b43b-7681266f9ca9" providerId="ADAL" clId="{DB94BA19-003D-7549-A207-A2F5410773F0}"/>
    <pc:docChg chg="custSel modSld">
      <pc:chgData name="福元 允亮" userId="12e1d508-426e-4c6a-b43b-7681266f9ca9" providerId="ADAL" clId="{DB94BA19-003D-7549-A207-A2F5410773F0}" dt="2026-03-12T01:14:52.403" v="96" actId="20577"/>
      <pc:docMkLst>
        <pc:docMk/>
      </pc:docMkLst>
      <pc:sldChg chg="addSp delSp modSp mod">
        <pc:chgData name="福元 允亮" userId="12e1d508-426e-4c6a-b43b-7681266f9ca9" providerId="ADAL" clId="{DB94BA19-003D-7549-A207-A2F5410773F0}" dt="2026-03-12T01:14:52.403" v="96" actId="20577"/>
        <pc:sldMkLst>
          <pc:docMk/>
          <pc:sldMk cId="3001053428" sldId="2147480764"/>
        </pc:sldMkLst>
        <pc:spChg chg="mod">
          <ac:chgData name="福元 允亮" userId="12e1d508-426e-4c6a-b43b-7681266f9ca9" providerId="ADAL" clId="{DB94BA19-003D-7549-A207-A2F5410773F0}" dt="2026-03-12T01:14:50.234" v="50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DB94BA19-003D-7549-A207-A2F5410773F0}" dt="2026-03-12T01:14:52.403" v="96" actId="20577"/>
          <ac:spMkLst>
            <pc:docMk/>
            <pc:sldMk cId="3001053428" sldId="2147480764"/>
            <ac:spMk id="3" creationId="{12D73F1F-49C9-5A45-B9E8-D6F68FC949FD}"/>
          </ac:spMkLst>
        </pc:spChg>
        <pc:graphicFrameChg chg="add mod modVis">
          <ac:chgData name="福元 允亮" userId="12e1d508-426e-4c6a-b43b-7681266f9ca9" providerId="ADAL" clId="{DB94BA19-003D-7549-A207-A2F5410773F0}" dt="2026-03-12T01:14:50.285" v="85"/>
          <ac:graphicFrameMkLst>
            <pc:docMk/>
            <pc:sldMk cId="3001053428" sldId="2147480764"/>
            <ac:graphicFrameMk id="23" creationId="{7ECBE7C5-F9EC-D534-9431-97A84B0C83D8}"/>
          </ac:graphicFrameMkLst>
        </pc:graphicFrameChg>
      </pc:sldChg>
    </pc:docChg>
  </pc:docChgLst>
  <pc:docChgLst>
    <pc:chgData name="福元 允亮" userId="12e1d508-426e-4c6a-b43b-7681266f9ca9" providerId="ADAL" clId="{53223616-317D-6343-AA52-963AA7BDED12}"/>
    <pc:docChg chg="custSel addSld delSld modSld">
      <pc:chgData name="福元 允亮" userId="12e1d508-426e-4c6a-b43b-7681266f9ca9" providerId="ADAL" clId="{53223616-317D-6343-AA52-963AA7BDED12}" dt="2026-03-26T07:41:57.860" v="232" actId="2696"/>
      <pc:docMkLst>
        <pc:docMk/>
      </pc:docMkLst>
      <pc:sldChg chg="addSp delSp modSp mod">
        <pc:chgData name="福元 允亮" userId="12e1d508-426e-4c6a-b43b-7681266f9ca9" providerId="ADAL" clId="{53223616-317D-6343-AA52-963AA7BDED12}" dt="2026-03-26T07:40:38.517" v="200" actId="20577"/>
        <pc:sldMkLst>
          <pc:docMk/>
          <pc:sldMk cId="3001053428" sldId="2147480764"/>
        </pc:sldMkLst>
        <pc:spChg chg="add 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4" creationId="{4C8BD77A-A23A-6FD7-2323-1C896E47C4F2}"/>
          </ac:spMkLst>
        </pc:spChg>
        <pc:spChg chg="mod">
          <ac:chgData name="福元 允亮" userId="12e1d508-426e-4c6a-b43b-7681266f9ca9" providerId="ADAL" clId="{53223616-317D-6343-AA52-963AA7BDED12}" dt="2026-03-26T07:35:47.075" v="9" actId="20577"/>
          <ac:spMkLst>
            <pc:docMk/>
            <pc:sldMk cId="3001053428" sldId="2147480764"/>
            <ac:spMk id="5" creationId="{B6FF276C-B4BD-126C-6E80-07835D7B25ED}"/>
          </ac:spMkLst>
        </pc:spChg>
        <pc:spChg chg="add mod">
          <ac:chgData name="福元 允亮" userId="12e1d508-426e-4c6a-b43b-7681266f9ca9" providerId="ADAL" clId="{53223616-317D-6343-AA52-963AA7BDED12}" dt="2026-03-26T07:36:53.881" v="53" actId="20577"/>
          <ac:spMkLst>
            <pc:docMk/>
            <pc:sldMk cId="3001053428" sldId="2147480764"/>
            <ac:spMk id="6" creationId="{B6BE6C03-B796-BF61-1E76-1543347A8757}"/>
          </ac:spMkLst>
        </pc:spChg>
        <pc:spChg chg="add 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7" creationId="{54319E12-8E20-0C98-6B48-A2E447C401F9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1" creationId="{41C44387-3034-90F6-415F-C4C4BCE906B9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2" creationId="{AEEF6E19-B1B3-377B-A2ED-1D8D3613D7F0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3" creationId="{E40AF3DC-84AD-7158-85F6-A35E222B6DA7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4" creationId="{09136EF7-A228-FF70-CAC9-CBFE4F6DDD52}"/>
          </ac:spMkLst>
        </pc:spChg>
        <pc:spChg chg="mod">
          <ac:chgData name="福元 允亮" userId="12e1d508-426e-4c6a-b43b-7681266f9ca9" providerId="ADAL" clId="{53223616-317D-6343-AA52-963AA7BDED12}" dt="2026-03-26T07:38:37.862" v="130" actId="571"/>
          <ac:spMkLst>
            <pc:docMk/>
            <pc:sldMk cId="3001053428" sldId="2147480764"/>
            <ac:spMk id="15" creationId="{D77608CF-F667-7DCB-655E-865B89E9CAD4}"/>
          </ac:spMkLst>
        </pc:spChg>
        <pc:spChg chg="mod">
          <ac:chgData name="福元 允亮" userId="12e1d508-426e-4c6a-b43b-7681266f9ca9" providerId="ADAL" clId="{53223616-317D-6343-AA52-963AA7BDED12}" dt="2026-03-26T07:39:41.330" v="156" actId="20577"/>
          <ac:spMkLst>
            <pc:docMk/>
            <pc:sldMk cId="3001053428" sldId="2147480764"/>
            <ac:spMk id="17" creationId="{761FCE2A-8687-70C8-6276-1F5B07CD1D9D}"/>
          </ac:spMkLst>
        </pc:spChg>
        <pc:spChg chg="mod">
          <ac:chgData name="福元 允亮" userId="12e1d508-426e-4c6a-b43b-7681266f9ca9" providerId="ADAL" clId="{53223616-317D-6343-AA52-963AA7BDED12}" dt="2026-03-26T07:39:43.662" v="158" actId="20577"/>
          <ac:spMkLst>
            <pc:docMk/>
            <pc:sldMk cId="3001053428" sldId="2147480764"/>
            <ac:spMk id="18" creationId="{85043476-0135-7B28-BE7C-A448FFDECC05}"/>
          </ac:spMkLst>
        </pc:spChg>
        <pc:spChg chg="mod">
          <ac:chgData name="福元 允亮" userId="12e1d508-426e-4c6a-b43b-7681266f9ca9" providerId="ADAL" clId="{53223616-317D-6343-AA52-963AA7BDED12}" dt="2026-03-26T07:39:46.003" v="160" actId="20577"/>
          <ac:spMkLst>
            <pc:docMk/>
            <pc:sldMk cId="3001053428" sldId="2147480764"/>
            <ac:spMk id="19" creationId="{7FBC16B3-6FDA-9C96-BF0E-7FDE2EBE5378}"/>
          </ac:spMkLst>
        </pc:spChg>
        <pc:spChg chg="mod">
          <ac:chgData name="福元 允亮" userId="12e1d508-426e-4c6a-b43b-7681266f9ca9" providerId="ADAL" clId="{53223616-317D-6343-AA52-963AA7BDED12}" dt="2026-03-26T07:39:36.539" v="152" actId="20577"/>
          <ac:spMkLst>
            <pc:docMk/>
            <pc:sldMk cId="3001053428" sldId="2147480764"/>
            <ac:spMk id="20" creationId="{F1492058-D0DF-FD68-2B7F-92448277DDB5}"/>
          </ac:spMkLst>
        </pc:spChg>
        <pc:spChg chg="mod">
          <ac:chgData name="福元 允亮" userId="12e1d508-426e-4c6a-b43b-7681266f9ca9" providerId="ADAL" clId="{53223616-317D-6343-AA52-963AA7BDED12}" dt="2026-03-26T07:39:39.383" v="154" actId="20577"/>
          <ac:spMkLst>
            <pc:docMk/>
            <pc:sldMk cId="3001053428" sldId="2147480764"/>
            <ac:spMk id="21" creationId="{B9BBDB87-9221-6917-836C-37146BC65E81}"/>
          </ac:spMkLst>
        </pc:spChg>
        <pc:spChg chg="mod">
          <ac:chgData name="福元 允亮" userId="12e1d508-426e-4c6a-b43b-7681266f9ca9" providerId="ADAL" clId="{53223616-317D-6343-AA52-963AA7BDED12}" dt="2026-03-26T07:38:02.366" v="120" actId="1038"/>
          <ac:spMkLst>
            <pc:docMk/>
            <pc:sldMk cId="3001053428" sldId="2147480764"/>
            <ac:spMk id="24" creationId="{5E2B6A60-DD23-B156-5DEB-2433C7A7742E}"/>
          </ac:spMkLst>
        </pc:spChg>
        <pc:spChg chg="del">
          <ac:chgData name="福元 允亮" userId="12e1d508-426e-4c6a-b43b-7681266f9ca9" providerId="ADAL" clId="{53223616-317D-6343-AA52-963AA7BDED12}" dt="2026-03-26T07:36:31.144" v="37" actId="478"/>
          <ac:spMkLst>
            <pc:docMk/>
            <pc:sldMk cId="3001053428" sldId="2147480764"/>
            <ac:spMk id="25" creationId="{FC0F786F-B23E-A728-DDA5-2F04AC287DF6}"/>
          </ac:spMkLst>
        </pc:spChg>
        <pc:spChg chg="mod">
          <ac:chgData name="福元 允亮" userId="12e1d508-426e-4c6a-b43b-7681266f9ca9" providerId="ADAL" clId="{53223616-317D-6343-AA52-963AA7BDED12}" dt="2026-03-26T07:37:41.628" v="91" actId="1076"/>
          <ac:spMkLst>
            <pc:docMk/>
            <pc:sldMk cId="3001053428" sldId="2147480764"/>
            <ac:spMk id="26" creationId="{9C814800-B387-DB0D-4D2C-42AF3A2176D9}"/>
          </ac:spMkLst>
        </pc:spChg>
        <pc:spChg chg="mod">
          <ac:chgData name="福元 允亮" userId="12e1d508-426e-4c6a-b43b-7681266f9ca9" providerId="ADAL" clId="{53223616-317D-6343-AA52-963AA7BDED12}" dt="2026-03-26T07:37:04.411" v="62" actId="20577"/>
          <ac:spMkLst>
            <pc:docMk/>
            <pc:sldMk cId="3001053428" sldId="2147480764"/>
            <ac:spMk id="27" creationId="{33F1E1CF-F830-1056-8B43-8CF74DF0BDE0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28" creationId="{622E68BB-1816-9422-DD90-76B89B180CB4}"/>
          </ac:spMkLst>
        </pc:spChg>
        <pc:spChg chg="del">
          <ac:chgData name="福元 允亮" userId="12e1d508-426e-4c6a-b43b-7681266f9ca9" providerId="ADAL" clId="{53223616-317D-6343-AA52-963AA7BDED12}" dt="2026-03-26T07:36:04.297" v="11" actId="478"/>
          <ac:spMkLst>
            <pc:docMk/>
            <pc:sldMk cId="3001053428" sldId="2147480764"/>
            <ac:spMk id="30" creationId="{4810E03B-A426-2FA2-004E-C2E27249F721}"/>
          </ac:spMkLst>
        </pc:spChg>
        <pc:spChg chg="del">
          <ac:chgData name="福元 允亮" userId="12e1d508-426e-4c6a-b43b-7681266f9ca9" providerId="ADAL" clId="{53223616-317D-6343-AA52-963AA7BDED12}" dt="2026-03-26T07:36:31.144" v="37" actId="478"/>
          <ac:spMkLst>
            <pc:docMk/>
            <pc:sldMk cId="3001053428" sldId="2147480764"/>
            <ac:spMk id="31" creationId="{59503F83-E9A4-1E44-AC6F-05DF93401D70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32" creationId="{B5618AA0-0EFA-FAF6-270A-E8870CC45D4D}"/>
          </ac:spMkLst>
        </pc:spChg>
        <pc:spChg chg="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33" creationId="{FCE9081D-5F42-A03E-2CAC-B0A8F4138BA2}"/>
          </ac:spMkLst>
        </pc:spChg>
        <pc:spChg chg="mod">
          <ac:chgData name="福元 允亮" userId="12e1d508-426e-4c6a-b43b-7681266f9ca9" providerId="ADAL" clId="{53223616-317D-6343-AA52-963AA7BDED12}" dt="2026-03-26T07:38:31.828" v="128" actId="554"/>
          <ac:spMkLst>
            <pc:docMk/>
            <pc:sldMk cId="3001053428" sldId="2147480764"/>
            <ac:spMk id="34" creationId="{2FCFF851-352D-83DD-3EA3-F0AB48C1EDF2}"/>
          </ac:spMkLst>
        </pc:spChg>
        <pc:spChg chg="mod">
          <ac:chgData name="福元 允亮" userId="12e1d508-426e-4c6a-b43b-7681266f9ca9" providerId="ADAL" clId="{53223616-317D-6343-AA52-963AA7BDED12}" dt="2026-03-26T07:39:22.215" v="146" actId="465"/>
          <ac:spMkLst>
            <pc:docMk/>
            <pc:sldMk cId="3001053428" sldId="2147480764"/>
            <ac:spMk id="35" creationId="{65781528-E5E3-3ED9-2D2E-7BC9C317F3EA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36" creationId="{F864A6C9-8636-4AF4-78C5-95D1F8EBFEAE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37" creationId="{EC28856B-ABE6-DE59-FC32-F8625EB6E8D3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39" creationId="{1E1C94C5-3C1C-7856-491B-967BFE7D6CBE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0" creationId="{6EF8A625-83E5-7852-D34F-8E84361C166B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1" creationId="{03A3B291-F901-64AE-A69B-10F4FC326E19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2" creationId="{BFCBAB63-CAD3-ABC6-34CA-557BBA963085}"/>
          </ac:spMkLst>
        </pc:spChg>
        <pc:spChg chg="mod">
          <ac:chgData name="福元 允亮" userId="12e1d508-426e-4c6a-b43b-7681266f9ca9" providerId="ADAL" clId="{53223616-317D-6343-AA52-963AA7BDED12}" dt="2026-03-26T07:38:55.593" v="137" actId="571"/>
          <ac:spMkLst>
            <pc:docMk/>
            <pc:sldMk cId="3001053428" sldId="2147480764"/>
            <ac:spMk id="43" creationId="{9FAD7069-5A7F-E62C-1F4E-57874F310CC5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5" creationId="{467C9E72-8E7F-AA57-ABC7-8B44DAC95E36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6" creationId="{5FA87777-7AD4-81BF-7A5E-16FE06BD0C94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7" creationId="{FBAF7A67-798B-8456-DF8D-4E145494D8CA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48" creationId="{DCB48424-0999-3284-B5C6-722BCD877695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53" creationId="{74079926-4CDE-6AC5-13A8-845162BB5420}"/>
          </ac:spMkLst>
        </pc:spChg>
        <pc:spChg chg="del">
          <ac:chgData name="福元 允亮" userId="12e1d508-426e-4c6a-b43b-7681266f9ca9" providerId="ADAL" clId="{53223616-317D-6343-AA52-963AA7BDED12}" dt="2026-03-26T07:35:58.542" v="10" actId="478"/>
          <ac:spMkLst>
            <pc:docMk/>
            <pc:sldMk cId="3001053428" sldId="2147480764"/>
            <ac:spMk id="54" creationId="{1EAE8D28-D29F-0FF7-1085-00F85ADFC278}"/>
          </ac:spMkLst>
        </pc:spChg>
        <pc:spChg chg="mod">
          <ac:chgData name="福元 允亮" userId="12e1d508-426e-4c6a-b43b-7681266f9ca9" providerId="ADAL" clId="{53223616-317D-6343-AA52-963AA7BDED12}" dt="2026-03-26T07:39:55.347" v="166" actId="20577"/>
          <ac:spMkLst>
            <pc:docMk/>
            <pc:sldMk cId="3001053428" sldId="2147480764"/>
            <ac:spMk id="59" creationId="{1750683D-1838-E38D-DB0C-A7283543FAEC}"/>
          </ac:spMkLst>
        </pc:spChg>
        <pc:spChg chg="mod">
          <ac:chgData name="福元 允亮" userId="12e1d508-426e-4c6a-b43b-7681266f9ca9" providerId="ADAL" clId="{53223616-317D-6343-AA52-963AA7BDED12}" dt="2026-03-26T07:39:58.053" v="168" actId="20577"/>
          <ac:spMkLst>
            <pc:docMk/>
            <pc:sldMk cId="3001053428" sldId="2147480764"/>
            <ac:spMk id="60" creationId="{9844FC42-0ED7-E4E7-30EA-4F86DDA1B437}"/>
          </ac:spMkLst>
        </pc:spChg>
        <pc:spChg chg="mod">
          <ac:chgData name="福元 允亮" userId="12e1d508-426e-4c6a-b43b-7681266f9ca9" providerId="ADAL" clId="{53223616-317D-6343-AA52-963AA7BDED12}" dt="2026-03-26T07:40:00.502" v="170" actId="20577"/>
          <ac:spMkLst>
            <pc:docMk/>
            <pc:sldMk cId="3001053428" sldId="2147480764"/>
            <ac:spMk id="61" creationId="{753121A6-0971-5573-94E3-E82F553D3B17}"/>
          </ac:spMkLst>
        </pc:spChg>
        <pc:spChg chg="mod">
          <ac:chgData name="福元 允亮" userId="12e1d508-426e-4c6a-b43b-7681266f9ca9" providerId="ADAL" clId="{53223616-317D-6343-AA52-963AA7BDED12}" dt="2026-03-26T07:39:50.398" v="162" actId="20577"/>
          <ac:spMkLst>
            <pc:docMk/>
            <pc:sldMk cId="3001053428" sldId="2147480764"/>
            <ac:spMk id="62" creationId="{2A000922-2B45-D659-ED7D-4E8C642E4715}"/>
          </ac:spMkLst>
        </pc:spChg>
        <pc:spChg chg="mod">
          <ac:chgData name="福元 允亮" userId="12e1d508-426e-4c6a-b43b-7681266f9ca9" providerId="ADAL" clId="{53223616-317D-6343-AA52-963AA7BDED12}" dt="2026-03-26T07:39:53.063" v="164" actId="20577"/>
          <ac:spMkLst>
            <pc:docMk/>
            <pc:sldMk cId="3001053428" sldId="2147480764"/>
            <ac:spMk id="63" creationId="{0959EB16-E1AE-C618-5544-54CF09CA7662}"/>
          </ac:spMkLst>
        </pc:spChg>
        <pc:spChg chg="mod">
          <ac:chgData name="福元 允亮" userId="12e1d508-426e-4c6a-b43b-7681266f9ca9" providerId="ADAL" clId="{53223616-317D-6343-AA52-963AA7BDED12}" dt="2026-03-26T07:40:08.499" v="176" actId="20577"/>
          <ac:spMkLst>
            <pc:docMk/>
            <pc:sldMk cId="3001053428" sldId="2147480764"/>
            <ac:spMk id="66" creationId="{EDF24288-ED0C-FB7E-17C2-5D14112B43DC}"/>
          </ac:spMkLst>
        </pc:spChg>
        <pc:spChg chg="mod">
          <ac:chgData name="福元 允亮" userId="12e1d508-426e-4c6a-b43b-7681266f9ca9" providerId="ADAL" clId="{53223616-317D-6343-AA52-963AA7BDED12}" dt="2026-03-26T07:40:11.148" v="178" actId="20577"/>
          <ac:spMkLst>
            <pc:docMk/>
            <pc:sldMk cId="3001053428" sldId="2147480764"/>
            <ac:spMk id="67" creationId="{F97080F9-5F6A-B4C0-2713-D75C1CC0C8C8}"/>
          </ac:spMkLst>
        </pc:spChg>
        <pc:spChg chg="mod">
          <ac:chgData name="福元 允亮" userId="12e1d508-426e-4c6a-b43b-7681266f9ca9" providerId="ADAL" clId="{53223616-317D-6343-AA52-963AA7BDED12}" dt="2026-03-26T07:40:13.313" v="180" actId="20577"/>
          <ac:spMkLst>
            <pc:docMk/>
            <pc:sldMk cId="3001053428" sldId="2147480764"/>
            <ac:spMk id="68" creationId="{F252590C-FE1B-C059-7D03-1089CF6CC246}"/>
          </ac:spMkLst>
        </pc:spChg>
        <pc:spChg chg="mod">
          <ac:chgData name="福元 允亮" userId="12e1d508-426e-4c6a-b43b-7681266f9ca9" providerId="ADAL" clId="{53223616-317D-6343-AA52-963AA7BDED12}" dt="2026-03-26T07:40:04.053" v="172" actId="20577"/>
          <ac:spMkLst>
            <pc:docMk/>
            <pc:sldMk cId="3001053428" sldId="2147480764"/>
            <ac:spMk id="69" creationId="{6B80372B-DFA0-A2FD-3B45-9E9479BDE95F}"/>
          </ac:spMkLst>
        </pc:spChg>
        <pc:spChg chg="mod">
          <ac:chgData name="福元 允亮" userId="12e1d508-426e-4c6a-b43b-7681266f9ca9" providerId="ADAL" clId="{53223616-317D-6343-AA52-963AA7BDED12}" dt="2026-03-26T07:40:06.030" v="174" actId="20577"/>
          <ac:spMkLst>
            <pc:docMk/>
            <pc:sldMk cId="3001053428" sldId="2147480764"/>
            <ac:spMk id="70" creationId="{4230C85C-71A8-E96E-5604-BDF189A3BE84}"/>
          </ac:spMkLst>
        </pc:spChg>
        <pc:spChg chg="mod">
          <ac:chgData name="福元 允亮" userId="12e1d508-426e-4c6a-b43b-7681266f9ca9" providerId="ADAL" clId="{53223616-317D-6343-AA52-963AA7BDED12}" dt="2026-03-26T07:40:22.168" v="186" actId="20577"/>
          <ac:spMkLst>
            <pc:docMk/>
            <pc:sldMk cId="3001053428" sldId="2147480764"/>
            <ac:spMk id="73" creationId="{2DD3009C-C3D3-D403-31DF-644134D8CDA2}"/>
          </ac:spMkLst>
        </pc:spChg>
        <pc:spChg chg="mod">
          <ac:chgData name="福元 允亮" userId="12e1d508-426e-4c6a-b43b-7681266f9ca9" providerId="ADAL" clId="{53223616-317D-6343-AA52-963AA7BDED12}" dt="2026-03-26T07:40:24.628" v="188" actId="20577"/>
          <ac:spMkLst>
            <pc:docMk/>
            <pc:sldMk cId="3001053428" sldId="2147480764"/>
            <ac:spMk id="74" creationId="{DA68D9DA-BC50-BFEE-88F7-5DE4662CE293}"/>
          </ac:spMkLst>
        </pc:spChg>
        <pc:spChg chg="mod">
          <ac:chgData name="福元 允亮" userId="12e1d508-426e-4c6a-b43b-7681266f9ca9" providerId="ADAL" clId="{53223616-317D-6343-AA52-963AA7BDED12}" dt="2026-03-26T07:40:26.981" v="190" actId="20577"/>
          <ac:spMkLst>
            <pc:docMk/>
            <pc:sldMk cId="3001053428" sldId="2147480764"/>
            <ac:spMk id="75" creationId="{BB419CA6-751A-08EE-61DB-3B94E5504EC6}"/>
          </ac:spMkLst>
        </pc:spChg>
        <pc:spChg chg="mod">
          <ac:chgData name="福元 允亮" userId="12e1d508-426e-4c6a-b43b-7681266f9ca9" providerId="ADAL" clId="{53223616-317D-6343-AA52-963AA7BDED12}" dt="2026-03-26T07:40:16.902" v="182" actId="20577"/>
          <ac:spMkLst>
            <pc:docMk/>
            <pc:sldMk cId="3001053428" sldId="2147480764"/>
            <ac:spMk id="76" creationId="{11895E72-3577-CC54-AF9F-4562BFC9AAA7}"/>
          </ac:spMkLst>
        </pc:spChg>
        <pc:spChg chg="mod">
          <ac:chgData name="福元 允亮" userId="12e1d508-426e-4c6a-b43b-7681266f9ca9" providerId="ADAL" clId="{53223616-317D-6343-AA52-963AA7BDED12}" dt="2026-03-26T07:40:18.656" v="184" actId="20577"/>
          <ac:spMkLst>
            <pc:docMk/>
            <pc:sldMk cId="3001053428" sldId="2147480764"/>
            <ac:spMk id="77" creationId="{57D9C210-00AA-E3EC-C98B-FE94E2F092E9}"/>
          </ac:spMkLst>
        </pc:spChg>
        <pc:spChg chg="mod">
          <ac:chgData name="福元 允亮" userId="12e1d508-426e-4c6a-b43b-7681266f9ca9" providerId="ADAL" clId="{53223616-317D-6343-AA52-963AA7BDED12}" dt="2026-03-26T07:40:34.591" v="196" actId="20577"/>
          <ac:spMkLst>
            <pc:docMk/>
            <pc:sldMk cId="3001053428" sldId="2147480764"/>
            <ac:spMk id="80" creationId="{D8B15AF0-6CCE-6E13-12B7-804FFEEB1F0D}"/>
          </ac:spMkLst>
        </pc:spChg>
        <pc:spChg chg="mod">
          <ac:chgData name="福元 允亮" userId="12e1d508-426e-4c6a-b43b-7681266f9ca9" providerId="ADAL" clId="{53223616-317D-6343-AA52-963AA7BDED12}" dt="2026-03-26T07:40:36.859" v="198" actId="20577"/>
          <ac:spMkLst>
            <pc:docMk/>
            <pc:sldMk cId="3001053428" sldId="2147480764"/>
            <ac:spMk id="81" creationId="{CD9EB343-0456-37BF-67FF-1527FF01D744}"/>
          </ac:spMkLst>
        </pc:spChg>
        <pc:spChg chg="mod">
          <ac:chgData name="福元 允亮" userId="12e1d508-426e-4c6a-b43b-7681266f9ca9" providerId="ADAL" clId="{53223616-317D-6343-AA52-963AA7BDED12}" dt="2026-03-26T07:40:38.517" v="200" actId="20577"/>
          <ac:spMkLst>
            <pc:docMk/>
            <pc:sldMk cId="3001053428" sldId="2147480764"/>
            <ac:spMk id="82" creationId="{ABB5D436-46F0-9109-BD52-9096C9BD36CA}"/>
          </ac:spMkLst>
        </pc:spChg>
        <pc:spChg chg="mod">
          <ac:chgData name="福元 允亮" userId="12e1d508-426e-4c6a-b43b-7681266f9ca9" providerId="ADAL" clId="{53223616-317D-6343-AA52-963AA7BDED12}" dt="2026-03-26T07:40:30.535" v="192" actId="20577"/>
          <ac:spMkLst>
            <pc:docMk/>
            <pc:sldMk cId="3001053428" sldId="2147480764"/>
            <ac:spMk id="83" creationId="{6F276553-DBB1-C05B-1F37-5A0BA419D60B}"/>
          </ac:spMkLst>
        </pc:spChg>
        <pc:spChg chg="mod">
          <ac:chgData name="福元 允亮" userId="12e1d508-426e-4c6a-b43b-7681266f9ca9" providerId="ADAL" clId="{53223616-317D-6343-AA52-963AA7BDED12}" dt="2026-03-26T07:40:32.384" v="194" actId="20577"/>
          <ac:spMkLst>
            <pc:docMk/>
            <pc:sldMk cId="3001053428" sldId="2147480764"/>
            <ac:spMk id="84" creationId="{AF0A0FBB-A607-F1A3-90A2-AA3C6549DF3E}"/>
          </ac:spMkLst>
        </pc:spChg>
        <pc:grpChg chg="add">
          <ac:chgData name="福元 允亮" userId="12e1d508-426e-4c6a-b43b-7681266f9ca9" providerId="ADAL" clId="{53223616-317D-6343-AA52-963AA7BDED12}" dt="2026-03-26T07:38:34.300" v="129" actId="164"/>
          <ac:grpSpMkLst>
            <pc:docMk/>
            <pc:sldMk cId="3001053428" sldId="2147480764"/>
            <ac:grpSpMk id="9" creationId="{12F55D03-2DEC-6D62-E32C-0932659613F3}"/>
          </ac:grpSpMkLst>
        </pc:grpChg>
        <pc:grpChg chg="add del mod">
          <ac:chgData name="福元 允亮" userId="12e1d508-426e-4c6a-b43b-7681266f9ca9" providerId="ADAL" clId="{53223616-317D-6343-AA52-963AA7BDED12}" dt="2026-03-26T07:38:50.309" v="134" actId="478"/>
          <ac:grpSpMkLst>
            <pc:docMk/>
            <pc:sldMk cId="3001053428" sldId="2147480764"/>
            <ac:grpSpMk id="10" creationId="{8F1EC9CB-B704-0267-6579-139CB024FAF0}"/>
          </ac:grpSpMkLst>
        </pc:grpChg>
        <pc:grpChg chg="add mod">
          <ac:chgData name="福元 允亮" userId="12e1d508-426e-4c6a-b43b-7681266f9ca9" providerId="ADAL" clId="{53223616-317D-6343-AA52-963AA7BDED12}" dt="2026-03-26T07:38:52.800" v="135" actId="571"/>
          <ac:grpSpMkLst>
            <pc:docMk/>
            <pc:sldMk cId="3001053428" sldId="2147480764"/>
            <ac:grpSpMk id="16" creationId="{C6A55CC7-4D5C-55CC-C992-F87043E6392B}"/>
          </ac:grpSpMkLst>
        </pc:grpChg>
        <pc:grpChg chg="add mod">
          <ac:chgData name="福元 允亮" userId="12e1d508-426e-4c6a-b43b-7681266f9ca9" providerId="ADAL" clId="{53223616-317D-6343-AA52-963AA7BDED12}" dt="2026-03-26T07:38:55.593" v="137" actId="571"/>
          <ac:grpSpMkLst>
            <pc:docMk/>
            <pc:sldMk cId="3001053428" sldId="2147480764"/>
            <ac:grpSpMk id="22" creationId="{DB437A93-07BD-7A80-5195-55E4960F8454}"/>
          </ac:grpSpMkLst>
        </pc:grpChg>
        <pc:grpChg chg="add mod">
          <ac:chgData name="福元 允亮" userId="12e1d508-426e-4c6a-b43b-7681266f9ca9" providerId="ADAL" clId="{53223616-317D-6343-AA52-963AA7BDED12}" dt="2026-03-26T07:38:59.478" v="139" actId="571"/>
          <ac:grpSpMkLst>
            <pc:docMk/>
            <pc:sldMk cId="3001053428" sldId="2147480764"/>
            <ac:grpSpMk id="58" creationId="{D441A0B9-7D47-321E-018A-CB671DBDCBF2}"/>
          </ac:grpSpMkLst>
        </pc:grpChg>
        <pc:grpChg chg="add mod">
          <ac:chgData name="福元 允亮" userId="12e1d508-426e-4c6a-b43b-7681266f9ca9" providerId="ADAL" clId="{53223616-317D-6343-AA52-963AA7BDED12}" dt="2026-03-26T07:39:06.655" v="141" actId="571"/>
          <ac:grpSpMkLst>
            <pc:docMk/>
            <pc:sldMk cId="3001053428" sldId="2147480764"/>
            <ac:grpSpMk id="65" creationId="{1576331F-616C-73F0-BC35-E1A0868AB209}"/>
          </ac:grpSpMkLst>
        </pc:grpChg>
        <pc:grpChg chg="add mod">
          <ac:chgData name="福元 允亮" userId="12e1d508-426e-4c6a-b43b-7681266f9ca9" providerId="ADAL" clId="{53223616-317D-6343-AA52-963AA7BDED12}" dt="2026-03-26T07:39:11.487" v="143" actId="571"/>
          <ac:grpSpMkLst>
            <pc:docMk/>
            <pc:sldMk cId="3001053428" sldId="2147480764"/>
            <ac:grpSpMk id="72" creationId="{9C706DBA-9095-DDEC-8192-9EB066168C2B}"/>
          </ac:grpSpMkLst>
        </pc:grpChg>
        <pc:grpChg chg="add mod">
          <ac:chgData name="福元 允亮" userId="12e1d508-426e-4c6a-b43b-7681266f9ca9" providerId="ADAL" clId="{53223616-317D-6343-AA52-963AA7BDED12}" dt="2026-03-26T07:39:16.343" v="145" actId="571"/>
          <ac:grpSpMkLst>
            <pc:docMk/>
            <pc:sldMk cId="3001053428" sldId="2147480764"/>
            <ac:grpSpMk id="79" creationId="{01CCEBC5-30CC-1367-D61B-6BA7B61AF5E7}"/>
          </ac:grpSpMkLst>
        </pc:grpChg>
        <pc:cxnChg chg="add mod">
          <ac:chgData name="福元 允亮" userId="12e1d508-426e-4c6a-b43b-7681266f9ca9" providerId="ADAL" clId="{53223616-317D-6343-AA52-963AA7BDED12}" dt="2026-03-26T07:38:23.308" v="127" actId="692"/>
          <ac:cxnSpMkLst>
            <pc:docMk/>
            <pc:sldMk cId="3001053428" sldId="2147480764"/>
            <ac:cxnSpMk id="8" creationId="{B0C21F1D-33A2-B247-CC86-C2F0DC8BE7C7}"/>
          </ac:cxnSpMkLst>
        </pc:cxnChg>
        <pc:cxnChg chg="add mod">
          <ac:chgData name="福元 允亮" userId="12e1d508-426e-4c6a-b43b-7681266f9ca9" providerId="ADAL" clId="{53223616-317D-6343-AA52-963AA7BDED12}" dt="2026-03-26T07:38:57.641" v="138" actId="571"/>
          <ac:cxnSpMkLst>
            <pc:docMk/>
            <pc:sldMk cId="3001053428" sldId="2147480764"/>
            <ac:cxnSpMk id="52" creationId="{9CF16C71-DB26-D21B-D925-B64BCE44392B}"/>
          </ac:cxnSpMkLst>
        </pc:cxnChg>
        <pc:cxnChg chg="add mod">
          <ac:chgData name="福元 允亮" userId="12e1d508-426e-4c6a-b43b-7681266f9ca9" providerId="ADAL" clId="{53223616-317D-6343-AA52-963AA7BDED12}" dt="2026-03-26T07:39:04.117" v="140" actId="571"/>
          <ac:cxnSpMkLst>
            <pc:docMk/>
            <pc:sldMk cId="3001053428" sldId="2147480764"/>
            <ac:cxnSpMk id="64" creationId="{C638BD84-4B0D-4BFC-B3FB-B48A0E47B16C}"/>
          </ac:cxnSpMkLst>
        </pc:cxnChg>
        <pc:cxnChg chg="add mod">
          <ac:chgData name="福元 允亮" userId="12e1d508-426e-4c6a-b43b-7681266f9ca9" providerId="ADAL" clId="{53223616-317D-6343-AA52-963AA7BDED12}" dt="2026-03-26T07:39:09.627" v="142" actId="571"/>
          <ac:cxnSpMkLst>
            <pc:docMk/>
            <pc:sldMk cId="3001053428" sldId="2147480764"/>
            <ac:cxnSpMk id="71" creationId="{519B72A9-3F55-8792-8F77-31E29A641450}"/>
          </ac:cxnSpMkLst>
        </pc:cxnChg>
        <pc:cxnChg chg="add mod">
          <ac:chgData name="福元 允亮" userId="12e1d508-426e-4c6a-b43b-7681266f9ca9" providerId="ADAL" clId="{53223616-317D-6343-AA52-963AA7BDED12}" dt="2026-03-26T07:39:14.494" v="144" actId="571"/>
          <ac:cxnSpMkLst>
            <pc:docMk/>
            <pc:sldMk cId="3001053428" sldId="2147480764"/>
            <ac:cxnSpMk id="78" creationId="{AF02D34E-0943-E18B-45C2-9A0DD97589AE}"/>
          </ac:cxnSpMkLst>
        </pc:cxnChg>
      </pc:sldChg>
      <pc:sldChg chg="del">
        <pc:chgData name="福元 允亮" userId="12e1d508-426e-4c6a-b43b-7681266f9ca9" providerId="ADAL" clId="{53223616-317D-6343-AA52-963AA7BDED12}" dt="2026-03-26T07:39:30.347" v="147" actId="2696"/>
        <pc:sldMkLst>
          <pc:docMk/>
          <pc:sldMk cId="1005488015" sldId="2147480765"/>
        </pc:sldMkLst>
      </pc:sldChg>
      <pc:sldChg chg="modSp add del mod">
        <pc:chgData name="福元 允亮" userId="12e1d508-426e-4c6a-b43b-7681266f9ca9" providerId="ADAL" clId="{53223616-317D-6343-AA52-963AA7BDED12}" dt="2026-03-26T07:41:57.860" v="232" actId="2696"/>
        <pc:sldMkLst>
          <pc:docMk/>
          <pc:sldMk cId="3896197757" sldId="2147480765"/>
        </pc:sldMkLst>
        <pc:spChg chg="mod">
          <ac:chgData name="福元 允亮" userId="12e1d508-426e-4c6a-b43b-7681266f9ca9" providerId="ADAL" clId="{53223616-317D-6343-AA52-963AA7BDED12}" dt="2026-03-26T07:40:51.727" v="203" actId="20577"/>
          <ac:spMkLst>
            <pc:docMk/>
            <pc:sldMk cId="3896197757" sldId="2147480765"/>
            <ac:spMk id="4" creationId="{60EF5005-2B4F-4B57-C249-9F2C542A200A}"/>
          </ac:spMkLst>
        </pc:spChg>
        <pc:spChg chg="mod">
          <ac:chgData name="福元 允亮" userId="12e1d508-426e-4c6a-b43b-7681266f9ca9" providerId="ADAL" clId="{53223616-317D-6343-AA52-963AA7BDED12}" dt="2026-03-26T07:40:53.368" v="205" actId="20577"/>
          <ac:spMkLst>
            <pc:docMk/>
            <pc:sldMk cId="3896197757" sldId="2147480765"/>
            <ac:spMk id="7" creationId="{5A279344-F60E-B83E-0A16-545C2B6A9194}"/>
          </ac:spMkLst>
        </pc:spChg>
        <pc:spChg chg="mod">
          <ac:chgData name="福元 允亮" userId="12e1d508-426e-4c6a-b43b-7681266f9ca9" providerId="ADAL" clId="{53223616-317D-6343-AA52-963AA7BDED12}" dt="2026-03-26T07:41:07.258" v="217" actId="20577"/>
          <ac:spMkLst>
            <pc:docMk/>
            <pc:sldMk cId="3896197757" sldId="2147480765"/>
            <ac:spMk id="17" creationId="{8594B958-52B6-5F42-60B3-C0D2D41CF6D4}"/>
          </ac:spMkLst>
        </pc:spChg>
        <pc:spChg chg="mod">
          <ac:chgData name="福元 允亮" userId="12e1d508-426e-4c6a-b43b-7681266f9ca9" providerId="ADAL" clId="{53223616-317D-6343-AA52-963AA7BDED12}" dt="2026-03-26T07:41:09.723" v="219" actId="20577"/>
          <ac:spMkLst>
            <pc:docMk/>
            <pc:sldMk cId="3896197757" sldId="2147480765"/>
            <ac:spMk id="18" creationId="{8CB28FC3-BAE0-1E1B-022D-F0E9B17C9973}"/>
          </ac:spMkLst>
        </pc:spChg>
        <pc:spChg chg="mod">
          <ac:chgData name="福元 允亮" userId="12e1d508-426e-4c6a-b43b-7681266f9ca9" providerId="ADAL" clId="{53223616-317D-6343-AA52-963AA7BDED12}" dt="2026-03-26T07:41:12.684" v="221" actId="20577"/>
          <ac:spMkLst>
            <pc:docMk/>
            <pc:sldMk cId="3896197757" sldId="2147480765"/>
            <ac:spMk id="19" creationId="{A952EB5F-C027-5191-6E64-F0FE7F70B460}"/>
          </ac:spMkLst>
        </pc:spChg>
        <pc:spChg chg="mod">
          <ac:chgData name="福元 允亮" userId="12e1d508-426e-4c6a-b43b-7681266f9ca9" providerId="ADAL" clId="{53223616-317D-6343-AA52-963AA7BDED12}" dt="2026-03-26T07:41:02.566" v="211" actId="20577"/>
          <ac:spMkLst>
            <pc:docMk/>
            <pc:sldMk cId="3896197757" sldId="2147480765"/>
            <ac:spMk id="20" creationId="{500A378C-84BF-3CCD-8E40-1FE1502664B4}"/>
          </ac:spMkLst>
        </pc:spChg>
        <pc:spChg chg="mod">
          <ac:chgData name="福元 允亮" userId="12e1d508-426e-4c6a-b43b-7681266f9ca9" providerId="ADAL" clId="{53223616-317D-6343-AA52-963AA7BDED12}" dt="2026-03-26T07:41:04.340" v="213" actId="20577"/>
          <ac:spMkLst>
            <pc:docMk/>
            <pc:sldMk cId="3896197757" sldId="2147480765"/>
            <ac:spMk id="21" creationId="{BF4E8258-0661-7028-2C3E-BF1138EFCF0B}"/>
          </ac:spMkLst>
        </pc:spChg>
        <pc:spChg chg="mod">
          <ac:chgData name="福元 允亮" userId="12e1d508-426e-4c6a-b43b-7681266f9ca9" providerId="ADAL" clId="{53223616-317D-6343-AA52-963AA7BDED12}" dt="2026-03-26T07:40:55.324" v="207" actId="20577"/>
          <ac:spMkLst>
            <pc:docMk/>
            <pc:sldMk cId="3896197757" sldId="2147480765"/>
            <ac:spMk id="33" creationId="{71D6C1A3-4157-3343-8432-20EE3B4493E9}"/>
          </ac:spMkLst>
        </pc:spChg>
        <pc:spChg chg="mod">
          <ac:chgData name="福元 允亮" userId="12e1d508-426e-4c6a-b43b-7681266f9ca9" providerId="ADAL" clId="{53223616-317D-6343-AA52-963AA7BDED12}" dt="2026-03-26T07:40:58.660" v="209" actId="20577"/>
          <ac:spMkLst>
            <pc:docMk/>
            <pc:sldMk cId="3896197757" sldId="2147480765"/>
            <ac:spMk id="34" creationId="{FAB10EC0-DA90-C6EC-B631-073ACB7CC405}"/>
          </ac:spMkLst>
        </pc:spChg>
        <pc:spChg chg="mod">
          <ac:chgData name="福元 允亮" userId="12e1d508-426e-4c6a-b43b-7681266f9ca9" providerId="ADAL" clId="{53223616-317D-6343-AA52-963AA7BDED12}" dt="2026-03-26T07:41:23.172" v="227" actId="20577"/>
          <ac:spMkLst>
            <pc:docMk/>
            <pc:sldMk cId="3896197757" sldId="2147480765"/>
            <ac:spMk id="59" creationId="{18BB556A-7AB7-508C-8EC7-83AE30820236}"/>
          </ac:spMkLst>
        </pc:spChg>
        <pc:spChg chg="mod">
          <ac:chgData name="福元 允亮" userId="12e1d508-426e-4c6a-b43b-7681266f9ca9" providerId="ADAL" clId="{53223616-317D-6343-AA52-963AA7BDED12}" dt="2026-03-26T07:41:25.724" v="229" actId="20577"/>
          <ac:spMkLst>
            <pc:docMk/>
            <pc:sldMk cId="3896197757" sldId="2147480765"/>
            <ac:spMk id="60" creationId="{D27042FC-146C-6DF5-3981-5163E92D86BA}"/>
          </ac:spMkLst>
        </pc:spChg>
        <pc:spChg chg="mod">
          <ac:chgData name="福元 允亮" userId="12e1d508-426e-4c6a-b43b-7681266f9ca9" providerId="ADAL" clId="{53223616-317D-6343-AA52-963AA7BDED12}" dt="2026-03-26T07:41:28.267" v="231" actId="20577"/>
          <ac:spMkLst>
            <pc:docMk/>
            <pc:sldMk cId="3896197757" sldId="2147480765"/>
            <ac:spMk id="61" creationId="{F2B3B03D-1F5C-48B0-4134-F51F60A7A274}"/>
          </ac:spMkLst>
        </pc:spChg>
        <pc:spChg chg="mod">
          <ac:chgData name="福元 允亮" userId="12e1d508-426e-4c6a-b43b-7681266f9ca9" providerId="ADAL" clId="{53223616-317D-6343-AA52-963AA7BDED12}" dt="2026-03-26T07:41:18.326" v="223" actId="20577"/>
          <ac:spMkLst>
            <pc:docMk/>
            <pc:sldMk cId="3896197757" sldId="2147480765"/>
            <ac:spMk id="62" creationId="{E4243FEF-3CFF-6FEE-FEE4-B7E61A6D3D0C}"/>
          </ac:spMkLst>
        </pc:spChg>
        <pc:spChg chg="mod">
          <ac:chgData name="福元 允亮" userId="12e1d508-426e-4c6a-b43b-7681266f9ca9" providerId="ADAL" clId="{53223616-317D-6343-AA52-963AA7BDED12}" dt="2026-03-26T07:41:19.872" v="225" actId="20577"/>
          <ac:spMkLst>
            <pc:docMk/>
            <pc:sldMk cId="3896197757" sldId="2147480765"/>
            <ac:spMk id="63" creationId="{CCC4136E-3548-DD4F-86E6-64B5C6BF90C2}"/>
          </ac:spMkLst>
        </pc:spChg>
      </pc:sldChg>
      <pc:sldChg chg="del">
        <pc:chgData name="福元 允亮" userId="12e1d508-426e-4c6a-b43b-7681266f9ca9" providerId="ADAL" clId="{53223616-317D-6343-AA52-963AA7BDED12}" dt="2026-03-26T07:39:30.384" v="148" actId="2696"/>
        <pc:sldMkLst>
          <pc:docMk/>
          <pc:sldMk cId="1456927857" sldId="2147480766"/>
        </pc:sldMkLst>
      </pc:sldChg>
    </pc:docChg>
  </pc:docChgLst>
  <pc:docChgLst>
    <pc:chgData name="福元 允亮" userId="12e1d508-426e-4c6a-b43b-7681266f9ca9" providerId="ADAL" clId="{1E509910-804B-C24F-B374-96DEE8D899D7}"/>
    <pc:docChg chg="custSel modSld">
      <pc:chgData name="福元 允亮" userId="12e1d508-426e-4c6a-b43b-7681266f9ca9" providerId="ADAL" clId="{1E509910-804B-C24F-B374-96DEE8D899D7}" dt="2026-03-11T12:27:08.716" v="242" actId="207"/>
      <pc:docMkLst>
        <pc:docMk/>
      </pc:docMkLst>
      <pc:sldChg chg="addSp delSp modSp mod">
        <pc:chgData name="福元 允亮" userId="12e1d508-426e-4c6a-b43b-7681266f9ca9" providerId="ADAL" clId="{1E509910-804B-C24F-B374-96DEE8D899D7}" dt="2026-03-11T12:27:08.716" v="242" actId="207"/>
        <pc:sldMkLst>
          <pc:docMk/>
          <pc:sldMk cId="3001053428" sldId="21474807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2026/3/26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3023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AAED7-EB68-B44B-A29A-E9CFE7A1147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4620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AAEA5F-B73F-4C18-982C-3CA15C7887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F19364-6506-4AE9-B1C7-2E3E6444FD05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0ae734c6-b731-48fe-9f9a-77498299e3e1"/>
    <ds:schemaRef ds:uri="http://purl.org/dc/terms/"/>
    <ds:schemaRef ds:uri="http://www.w3.org/XML/1998/namespace"/>
    <ds:schemaRef ds:uri="http://schemas.openxmlformats.org/package/2006/metadata/core-properties"/>
    <ds:schemaRef ds:uri="17f56e19-48dc-4865-971f-f3b491f58a8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51</TotalTime>
  <Words>130</Words>
  <Application>Microsoft Macintosh PowerPoint</Application>
  <PresentationFormat>Widescreen</PresentationFormat>
  <Paragraphs>38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2026-03-26T07:41:58Z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