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40"/>
    <p:restoredTop sz="94660"/>
  </p:normalViewPr>
  <p:slideViewPr>
    <p:cSldViewPr snapToGrid="0">
      <p:cViewPr varScale="1">
        <p:scale>
          <a:sx n="102" d="100"/>
          <a:sy n="102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2026/3/19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Chart Title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95</TotalTime>
  <Words>39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2026-03-19T05:25:18Z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