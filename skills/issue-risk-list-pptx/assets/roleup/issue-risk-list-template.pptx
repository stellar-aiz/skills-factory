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87" r:id="rId4"/>
  </p:sldMasterIdLst>
  <p:notesMasterIdLst>
    <p:notesMasterId r:id="rId6"/>
  </p:notesMasterIdLst>
  <p:handoutMasterIdLst>
    <p:handoutMasterId r:id="rId7"/>
  </p:handoutMasterIdLst>
  <p:sldIdLst>
    <p:sldId id="2147480764" r:id="rId5"/>
  </p:sldIdLst>
  <p:sldSz cx="10691813" cy="7559675"/>
  <p:notesSz cx="6858000" cy="9144000"/>
  <p:custDataLst>
    <p:tags r:id="rId8"/>
  </p:custDataLst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成者" initials="A" lastIdx="0" clrIdx="1"/>
  <p:cmAuthor id="3" name="QAD 上原 光徳/Uehara, Mitsunori (NTT DATA)" initials="Q上光M(D" lastIdx="3" clrIdx="2">
    <p:extLst>
      <p:ext uri="{19B8F6BF-5375-455C-9EA6-DF929625EA0E}">
        <p15:presenceInfo xmlns:p15="http://schemas.microsoft.com/office/powerpoint/2012/main" userId="S::Mitsunori.Uehara@jp.nttdata.com::37b1c3ba-4dc0-4ab6-8ca6-e39079f72e79" providerId="AD"/>
      </p:ext>
    </p:extLst>
  </p:cmAuthor>
  <p:cmAuthor id="4" name="TIG 片岡 瑠美/Kataoka, Rumi (NTT DATA)" initials="T片瑠R(D" lastIdx="1" clrIdx="3">
    <p:extLst>
      <p:ext uri="{19B8F6BF-5375-455C-9EA6-DF929625EA0E}">
        <p15:presenceInfo xmlns:p15="http://schemas.microsoft.com/office/powerpoint/2012/main" userId="TIG 片岡 瑠美/Kataoka, Rumi (NTT DATA)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FF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5AD"/>
    <a:srgbClr val="595959"/>
    <a:srgbClr val="7F7F7F"/>
    <a:srgbClr val="000000"/>
    <a:srgbClr val="CC99FF"/>
    <a:srgbClr val="FFCCFF"/>
    <a:srgbClr val="404040"/>
    <a:srgbClr val="C0C0C0"/>
    <a:srgbClr val="A3DAFE"/>
    <a:srgbClr val="FF7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001AA1-DEBD-914C-96F8-DB197535AB48}" v="36" dt="2026-03-26T07:35:02.866"/>
    <p1510:client id="{53223616-317D-6343-AA52-963AA7BDED12}" v="21" dt="2026-03-26T07:40:44.39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E25E649-3F16-4E02-A733-19D2CDBF48F0}" styleName="中間スタイル 3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スタイル (中間)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06799F8-075E-4A3A-A7F6-7FBC6576F1A4}" styleName="テーマ スタイル 2 - アクセント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テーマ スタイル 2 - アクセント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スタイル (淡色)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C7853C-536D-4A76-A0AE-DD22124D55A5}" styleName="テーマ スタイル 1 - アクセント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淡色スタイル 3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スタイル (淡色)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216"/>
    <p:restoredTop sz="94658"/>
  </p:normalViewPr>
  <p:slideViewPr>
    <p:cSldViewPr snapToGrid="0">
      <p:cViewPr>
        <p:scale>
          <a:sx n="128" d="100"/>
          <a:sy n="128" d="100"/>
        </p:scale>
        <p:origin x="14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tags" Target="tags/tag1.xml"/><Relationship Id="rId9" Type="http://schemas.openxmlformats.org/officeDocument/2006/relationships/commentAuthors" Target="commentAuthors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microsoft.com/office/2016/11/relationships/changesInfo" Target="changesInfos/changesInfo1.xml"/><Relationship Id="rId15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福元 允亮" userId="12e1d508-426e-4c6a-b43b-7681266f9ca9" providerId="ADAL" clId="{812416AE-6445-1043-A536-EB3D483243BE}"/>
    <pc:docChg chg="custSel modSld">
      <pc:chgData name="福元 允亮" userId="12e1d508-426e-4c6a-b43b-7681266f9ca9" providerId="ADAL" clId="{812416AE-6445-1043-A536-EB3D483243BE}" dt="2026-03-11T13:11:32.932" v="217" actId="14100"/>
      <pc:docMkLst>
        <pc:docMk/>
      </pc:docMkLst>
      <pc:sldChg chg="addSp delSp modSp mod">
        <pc:chgData name="福元 允亮" userId="12e1d508-426e-4c6a-b43b-7681266f9ca9" providerId="ADAL" clId="{812416AE-6445-1043-A536-EB3D483243BE}" dt="2026-03-11T13:11:32.932" v="217" actId="14100"/>
        <pc:sldMkLst>
          <pc:docMk/>
          <pc:sldMk cId="3001053428" sldId="2147480764"/>
        </pc:sldMkLst>
      </pc:sldChg>
    </pc:docChg>
  </pc:docChgLst>
  <pc:docChgLst>
    <pc:chgData name="福元 允亮" userId="12e1d508-426e-4c6a-b43b-7681266f9ca9" providerId="ADAL" clId="{50001AA1-DEBD-914C-96F8-DB197535AB48}"/>
    <pc:docChg chg="custSel addSld modSld">
      <pc:chgData name="福元 允亮" userId="12e1d508-426e-4c6a-b43b-7681266f9ca9" providerId="ADAL" clId="{50001AA1-DEBD-914C-96F8-DB197535AB48}" dt="2026-03-13T00:46:10.928" v="468" actId="20577"/>
      <pc:docMkLst>
        <pc:docMk/>
      </pc:docMkLst>
      <pc:sldChg chg="addSp delSp modSp mod">
        <pc:chgData name="福元 允亮" userId="12e1d508-426e-4c6a-b43b-7681266f9ca9" providerId="ADAL" clId="{50001AA1-DEBD-914C-96F8-DB197535AB48}" dt="2026-03-13T00:44:51.665" v="426" actId="20577"/>
        <pc:sldMkLst>
          <pc:docMk/>
          <pc:sldMk cId="3001053428" sldId="2147480764"/>
        </pc:sldMkLst>
        <pc:spChg chg="add mod">
          <ac:chgData name="福元 允亮" userId="12e1d508-426e-4c6a-b43b-7681266f9ca9" providerId="ADAL" clId="{50001AA1-DEBD-914C-96F8-DB197535AB48}" dt="2026-03-12T01:47:48.238" v="251" actId="1036"/>
          <ac:spMkLst>
            <pc:docMk/>
            <pc:sldMk cId="3001053428" sldId="2147480764"/>
            <ac:spMk id="5" creationId="{B6FF276C-B4BD-126C-6E80-07835D7B25ED}"/>
          </ac:spMkLst>
        </pc:spChg>
        <pc:spChg chg="add mod">
          <ac:chgData name="福元 允亮" userId="12e1d508-426e-4c6a-b43b-7681266f9ca9" providerId="ADAL" clId="{50001AA1-DEBD-914C-96F8-DB197535AB48}" dt="2026-03-12T01:47:48.238" v="251" actId="1036"/>
          <ac:spMkLst>
            <pc:docMk/>
            <pc:sldMk cId="3001053428" sldId="2147480764"/>
            <ac:spMk id="24" creationId="{5E2B6A60-DD23-B156-5DEB-2433C7A7742E}"/>
          </ac:spMkLst>
        </pc:spChg>
        <pc:spChg chg="add mod">
          <ac:chgData name="福元 允亮" userId="12e1d508-426e-4c6a-b43b-7681266f9ca9" providerId="ADAL" clId="{50001AA1-DEBD-914C-96F8-DB197535AB48}" dt="2026-03-12T01:47:48.238" v="251" actId="1036"/>
          <ac:spMkLst>
            <pc:docMk/>
            <pc:sldMk cId="3001053428" sldId="2147480764"/>
            <ac:spMk id="26" creationId="{9C814800-B387-DB0D-4D2C-42AF3A2176D9}"/>
          </ac:spMkLst>
        </pc:spChg>
        <pc:spChg chg="add mod">
          <ac:chgData name="福元 允亮" userId="12e1d508-426e-4c6a-b43b-7681266f9ca9" providerId="ADAL" clId="{50001AA1-DEBD-914C-96F8-DB197535AB48}" dt="2026-03-12T01:47:48.238" v="251" actId="1036"/>
          <ac:spMkLst>
            <pc:docMk/>
            <pc:sldMk cId="3001053428" sldId="2147480764"/>
            <ac:spMk id="27" creationId="{33F1E1CF-F830-1056-8B43-8CF74DF0BDE0}"/>
          </ac:spMkLst>
        </pc:spChg>
        <pc:spChg chg="add mod">
          <ac:chgData name="福元 允亮" userId="12e1d508-426e-4c6a-b43b-7681266f9ca9" providerId="ADAL" clId="{50001AA1-DEBD-914C-96F8-DB197535AB48}" dt="2026-03-13T00:44:29.324" v="405" actId="948"/>
          <ac:spMkLst>
            <pc:docMk/>
            <pc:sldMk cId="3001053428" sldId="2147480764"/>
            <ac:spMk id="33" creationId="{FCE9081D-5F42-A03E-2CAC-B0A8F4138BA2}"/>
          </ac:spMkLst>
        </pc:spChg>
        <pc:spChg chg="add mod topLvl">
          <ac:chgData name="福元 允亮" userId="12e1d508-426e-4c6a-b43b-7681266f9ca9" providerId="ADAL" clId="{50001AA1-DEBD-914C-96F8-DB197535AB48}" dt="2026-03-12T01:46:13.309" v="211" actId="165"/>
          <ac:spMkLst>
            <pc:docMk/>
            <pc:sldMk cId="3001053428" sldId="2147480764"/>
            <ac:spMk id="34" creationId="{2FCFF851-352D-83DD-3EA3-F0AB48C1EDF2}"/>
          </ac:spMkLst>
        </pc:spChg>
        <pc:spChg chg="add mod topLvl">
          <ac:chgData name="福元 允亮" userId="12e1d508-426e-4c6a-b43b-7681266f9ca9" providerId="ADAL" clId="{50001AA1-DEBD-914C-96F8-DB197535AB48}" dt="2026-03-12T01:46:13.309" v="211" actId="165"/>
          <ac:spMkLst>
            <pc:docMk/>
            <pc:sldMk cId="3001053428" sldId="2147480764"/>
            <ac:spMk id="35" creationId="{65781528-E5E3-3ED9-2D2E-7BC9C317F3EA}"/>
          </ac:spMkLst>
        </pc:spChg>
        <pc:cxnChg chg="add mod">
          <ac:chgData name="福元 允亮" userId="12e1d508-426e-4c6a-b43b-7681266f9ca9" providerId="ADAL" clId="{50001AA1-DEBD-914C-96F8-DB197535AB48}" dt="2026-03-12T01:40:35.639" v="89" actId="1036"/>
          <ac:cxnSpMkLst>
            <pc:docMk/>
            <pc:sldMk cId="3001053428" sldId="2147480764"/>
            <ac:cxnSpMk id="29" creationId="{F097C201-C3A8-EBE3-45EE-022F4ED675A2}"/>
          </ac:cxnSpMkLst>
        </pc:cxnChg>
      </pc:sldChg>
      <pc:sldChg chg="addSp delSp modSp add mod">
        <pc:chgData name="福元 允亮" userId="12e1d508-426e-4c6a-b43b-7681266f9ca9" providerId="ADAL" clId="{50001AA1-DEBD-914C-96F8-DB197535AB48}" dt="2026-03-13T00:45:46.737" v="444" actId="20577"/>
        <pc:sldMkLst>
          <pc:docMk/>
          <pc:sldMk cId="1005488015" sldId="2147480765"/>
        </pc:sldMkLst>
      </pc:sldChg>
      <pc:sldChg chg="addSp delSp modSp add mod">
        <pc:chgData name="福元 允亮" userId="12e1d508-426e-4c6a-b43b-7681266f9ca9" providerId="ADAL" clId="{50001AA1-DEBD-914C-96F8-DB197535AB48}" dt="2026-03-13T00:46:10.928" v="468" actId="20577"/>
        <pc:sldMkLst>
          <pc:docMk/>
          <pc:sldMk cId="1456927857" sldId="2147480766"/>
        </pc:sldMkLst>
      </pc:sldChg>
    </pc:docChg>
  </pc:docChgLst>
  <pc:docChgLst>
    <pc:chgData name="福元 允亮" userId="12e1d508-426e-4c6a-b43b-7681266f9ca9" providerId="ADAL" clId="{DB94BA19-003D-7549-A207-A2F5410773F0}"/>
    <pc:docChg chg="custSel modSld">
      <pc:chgData name="福元 允亮" userId="12e1d508-426e-4c6a-b43b-7681266f9ca9" providerId="ADAL" clId="{DB94BA19-003D-7549-A207-A2F5410773F0}" dt="2026-03-12T01:14:52.403" v="96" actId="20577"/>
      <pc:docMkLst>
        <pc:docMk/>
      </pc:docMkLst>
      <pc:sldChg chg="addSp delSp modSp mod">
        <pc:chgData name="福元 允亮" userId="12e1d508-426e-4c6a-b43b-7681266f9ca9" providerId="ADAL" clId="{DB94BA19-003D-7549-A207-A2F5410773F0}" dt="2026-03-12T01:14:52.403" v="96" actId="20577"/>
        <pc:sldMkLst>
          <pc:docMk/>
          <pc:sldMk cId="3001053428" sldId="2147480764"/>
        </pc:sldMkLst>
        <pc:spChg chg="mod">
          <ac:chgData name="福元 允亮" userId="12e1d508-426e-4c6a-b43b-7681266f9ca9" providerId="ADAL" clId="{DB94BA19-003D-7549-A207-A2F5410773F0}" dt="2026-03-12T01:14:50.234" v="50" actId="948"/>
          <ac:spMkLst>
            <pc:docMk/>
            <pc:sldMk cId="3001053428" sldId="2147480764"/>
            <ac:spMk id="2" creationId="{BA5EF566-D16A-40BE-C039-67C80A2CFA91}"/>
          </ac:spMkLst>
        </pc:spChg>
        <pc:spChg chg="mod">
          <ac:chgData name="福元 允亮" userId="12e1d508-426e-4c6a-b43b-7681266f9ca9" providerId="ADAL" clId="{DB94BA19-003D-7549-A207-A2F5410773F0}" dt="2026-03-12T01:14:52.403" v="96" actId="20577"/>
          <ac:spMkLst>
            <pc:docMk/>
            <pc:sldMk cId="3001053428" sldId="2147480764"/>
            <ac:spMk id="3" creationId="{12D73F1F-49C9-5A45-B9E8-D6F68FC949FD}"/>
          </ac:spMkLst>
        </pc:spChg>
        <pc:graphicFrameChg chg="add mod modVis">
          <ac:chgData name="福元 允亮" userId="12e1d508-426e-4c6a-b43b-7681266f9ca9" providerId="ADAL" clId="{DB94BA19-003D-7549-A207-A2F5410773F0}" dt="2026-03-12T01:14:50.285" v="85"/>
          <ac:graphicFrameMkLst>
            <pc:docMk/>
            <pc:sldMk cId="3001053428" sldId="2147480764"/>
            <ac:graphicFrameMk id="23" creationId="{7ECBE7C5-F9EC-D534-9431-97A84B0C83D8}"/>
          </ac:graphicFrameMkLst>
        </pc:graphicFrameChg>
      </pc:sldChg>
    </pc:docChg>
  </pc:docChgLst>
  <pc:docChgLst>
    <pc:chgData name="福元 允亮" userId="12e1d508-426e-4c6a-b43b-7681266f9ca9" providerId="ADAL" clId="{53223616-317D-6343-AA52-963AA7BDED12}"/>
    <pc:docChg chg="custSel addSld delSld modSld">
      <pc:chgData name="福元 允亮" userId="12e1d508-426e-4c6a-b43b-7681266f9ca9" providerId="ADAL" clId="{53223616-317D-6343-AA52-963AA7BDED12}" dt="2026-03-26T07:41:57.860" v="232" actId="2696"/>
      <pc:docMkLst>
        <pc:docMk/>
      </pc:docMkLst>
      <pc:sldChg chg="addSp delSp modSp mod">
        <pc:chgData name="福元 允亮" userId="12e1d508-426e-4c6a-b43b-7681266f9ca9" providerId="ADAL" clId="{53223616-317D-6343-AA52-963AA7BDED12}" dt="2026-03-26T07:40:38.517" v="200" actId="20577"/>
        <pc:sldMkLst>
          <pc:docMk/>
          <pc:sldMk cId="3001053428" sldId="2147480764"/>
        </pc:sldMkLst>
        <pc:spChg chg="add mod">
          <ac:chgData name="福元 允亮" userId="12e1d508-426e-4c6a-b43b-7681266f9ca9" providerId="ADAL" clId="{53223616-317D-6343-AA52-963AA7BDED12}" dt="2026-03-26T07:39:22.215" v="146" actId="465"/>
          <ac:spMkLst>
            <pc:docMk/>
            <pc:sldMk cId="3001053428" sldId="2147480764"/>
            <ac:spMk id="4" creationId="{4C8BD77A-A23A-6FD7-2323-1C896E47C4F2}"/>
          </ac:spMkLst>
        </pc:spChg>
        <pc:spChg chg="mod">
          <ac:chgData name="福元 允亮" userId="12e1d508-426e-4c6a-b43b-7681266f9ca9" providerId="ADAL" clId="{53223616-317D-6343-AA52-963AA7BDED12}" dt="2026-03-26T07:35:47.075" v="9" actId="20577"/>
          <ac:spMkLst>
            <pc:docMk/>
            <pc:sldMk cId="3001053428" sldId="2147480764"/>
            <ac:spMk id="5" creationId="{B6FF276C-B4BD-126C-6E80-07835D7B25ED}"/>
          </ac:spMkLst>
        </pc:spChg>
        <pc:spChg chg="add mod">
          <ac:chgData name="福元 允亮" userId="12e1d508-426e-4c6a-b43b-7681266f9ca9" providerId="ADAL" clId="{53223616-317D-6343-AA52-963AA7BDED12}" dt="2026-03-26T07:36:53.881" v="53" actId="20577"/>
          <ac:spMkLst>
            <pc:docMk/>
            <pc:sldMk cId="3001053428" sldId="2147480764"/>
            <ac:spMk id="6" creationId="{B6BE6C03-B796-BF61-1E76-1543347A8757}"/>
          </ac:spMkLst>
        </pc:spChg>
        <pc:spChg chg="add mod">
          <ac:chgData name="福元 允亮" userId="12e1d508-426e-4c6a-b43b-7681266f9ca9" providerId="ADAL" clId="{53223616-317D-6343-AA52-963AA7BDED12}" dt="2026-03-26T07:39:22.215" v="146" actId="465"/>
          <ac:spMkLst>
            <pc:docMk/>
            <pc:sldMk cId="3001053428" sldId="2147480764"/>
            <ac:spMk id="7" creationId="{54319E12-8E20-0C98-6B48-A2E447C401F9}"/>
          </ac:spMkLst>
        </pc:spChg>
        <pc:spChg chg="mod">
          <ac:chgData name="福元 允亮" userId="12e1d508-426e-4c6a-b43b-7681266f9ca9" providerId="ADAL" clId="{53223616-317D-6343-AA52-963AA7BDED12}" dt="2026-03-26T07:38:37.862" v="130" actId="571"/>
          <ac:spMkLst>
            <pc:docMk/>
            <pc:sldMk cId="3001053428" sldId="2147480764"/>
            <ac:spMk id="11" creationId="{41C44387-3034-90F6-415F-C4C4BCE906B9}"/>
          </ac:spMkLst>
        </pc:spChg>
        <pc:spChg chg="mod">
          <ac:chgData name="福元 允亮" userId="12e1d508-426e-4c6a-b43b-7681266f9ca9" providerId="ADAL" clId="{53223616-317D-6343-AA52-963AA7BDED12}" dt="2026-03-26T07:38:37.862" v="130" actId="571"/>
          <ac:spMkLst>
            <pc:docMk/>
            <pc:sldMk cId="3001053428" sldId="2147480764"/>
            <ac:spMk id="12" creationId="{AEEF6E19-B1B3-377B-A2ED-1D8D3613D7F0}"/>
          </ac:spMkLst>
        </pc:spChg>
        <pc:spChg chg="mod">
          <ac:chgData name="福元 允亮" userId="12e1d508-426e-4c6a-b43b-7681266f9ca9" providerId="ADAL" clId="{53223616-317D-6343-AA52-963AA7BDED12}" dt="2026-03-26T07:38:37.862" v="130" actId="571"/>
          <ac:spMkLst>
            <pc:docMk/>
            <pc:sldMk cId="3001053428" sldId="2147480764"/>
            <ac:spMk id="13" creationId="{E40AF3DC-84AD-7158-85F6-A35E222B6DA7}"/>
          </ac:spMkLst>
        </pc:spChg>
        <pc:spChg chg="mod">
          <ac:chgData name="福元 允亮" userId="12e1d508-426e-4c6a-b43b-7681266f9ca9" providerId="ADAL" clId="{53223616-317D-6343-AA52-963AA7BDED12}" dt="2026-03-26T07:38:37.862" v="130" actId="571"/>
          <ac:spMkLst>
            <pc:docMk/>
            <pc:sldMk cId="3001053428" sldId="2147480764"/>
            <ac:spMk id="14" creationId="{09136EF7-A228-FF70-CAC9-CBFE4F6DDD52}"/>
          </ac:spMkLst>
        </pc:spChg>
        <pc:spChg chg="mod">
          <ac:chgData name="福元 允亮" userId="12e1d508-426e-4c6a-b43b-7681266f9ca9" providerId="ADAL" clId="{53223616-317D-6343-AA52-963AA7BDED12}" dt="2026-03-26T07:38:37.862" v="130" actId="571"/>
          <ac:spMkLst>
            <pc:docMk/>
            <pc:sldMk cId="3001053428" sldId="2147480764"/>
            <ac:spMk id="15" creationId="{D77608CF-F667-7DCB-655E-865B89E9CAD4}"/>
          </ac:spMkLst>
        </pc:spChg>
        <pc:spChg chg="mod">
          <ac:chgData name="福元 允亮" userId="12e1d508-426e-4c6a-b43b-7681266f9ca9" providerId="ADAL" clId="{53223616-317D-6343-AA52-963AA7BDED12}" dt="2026-03-26T07:39:41.330" v="156" actId="20577"/>
          <ac:spMkLst>
            <pc:docMk/>
            <pc:sldMk cId="3001053428" sldId="2147480764"/>
            <ac:spMk id="17" creationId="{761FCE2A-8687-70C8-6276-1F5B07CD1D9D}"/>
          </ac:spMkLst>
        </pc:spChg>
        <pc:spChg chg="mod">
          <ac:chgData name="福元 允亮" userId="12e1d508-426e-4c6a-b43b-7681266f9ca9" providerId="ADAL" clId="{53223616-317D-6343-AA52-963AA7BDED12}" dt="2026-03-26T07:39:43.662" v="158" actId="20577"/>
          <ac:spMkLst>
            <pc:docMk/>
            <pc:sldMk cId="3001053428" sldId="2147480764"/>
            <ac:spMk id="18" creationId="{85043476-0135-7B28-BE7C-A448FFDECC05}"/>
          </ac:spMkLst>
        </pc:spChg>
        <pc:spChg chg="mod">
          <ac:chgData name="福元 允亮" userId="12e1d508-426e-4c6a-b43b-7681266f9ca9" providerId="ADAL" clId="{53223616-317D-6343-AA52-963AA7BDED12}" dt="2026-03-26T07:39:46.003" v="160" actId="20577"/>
          <ac:spMkLst>
            <pc:docMk/>
            <pc:sldMk cId="3001053428" sldId="2147480764"/>
            <ac:spMk id="19" creationId="{7FBC16B3-6FDA-9C96-BF0E-7FDE2EBE5378}"/>
          </ac:spMkLst>
        </pc:spChg>
        <pc:spChg chg="mod">
          <ac:chgData name="福元 允亮" userId="12e1d508-426e-4c6a-b43b-7681266f9ca9" providerId="ADAL" clId="{53223616-317D-6343-AA52-963AA7BDED12}" dt="2026-03-26T07:39:36.539" v="152" actId="20577"/>
          <ac:spMkLst>
            <pc:docMk/>
            <pc:sldMk cId="3001053428" sldId="2147480764"/>
            <ac:spMk id="20" creationId="{F1492058-D0DF-FD68-2B7F-92448277DDB5}"/>
          </ac:spMkLst>
        </pc:spChg>
        <pc:spChg chg="mod">
          <ac:chgData name="福元 允亮" userId="12e1d508-426e-4c6a-b43b-7681266f9ca9" providerId="ADAL" clId="{53223616-317D-6343-AA52-963AA7BDED12}" dt="2026-03-26T07:39:39.383" v="154" actId="20577"/>
          <ac:spMkLst>
            <pc:docMk/>
            <pc:sldMk cId="3001053428" sldId="2147480764"/>
            <ac:spMk id="21" creationId="{B9BBDB87-9221-6917-836C-37146BC65E81}"/>
          </ac:spMkLst>
        </pc:spChg>
        <pc:spChg chg="mod">
          <ac:chgData name="福元 允亮" userId="12e1d508-426e-4c6a-b43b-7681266f9ca9" providerId="ADAL" clId="{53223616-317D-6343-AA52-963AA7BDED12}" dt="2026-03-26T07:38:02.366" v="120" actId="1038"/>
          <ac:spMkLst>
            <pc:docMk/>
            <pc:sldMk cId="3001053428" sldId="2147480764"/>
            <ac:spMk id="24" creationId="{5E2B6A60-DD23-B156-5DEB-2433C7A7742E}"/>
          </ac:spMkLst>
        </pc:spChg>
        <pc:spChg chg="del">
          <ac:chgData name="福元 允亮" userId="12e1d508-426e-4c6a-b43b-7681266f9ca9" providerId="ADAL" clId="{53223616-317D-6343-AA52-963AA7BDED12}" dt="2026-03-26T07:36:31.144" v="37" actId="478"/>
          <ac:spMkLst>
            <pc:docMk/>
            <pc:sldMk cId="3001053428" sldId="2147480764"/>
            <ac:spMk id="25" creationId="{FC0F786F-B23E-A728-DDA5-2F04AC287DF6}"/>
          </ac:spMkLst>
        </pc:spChg>
        <pc:spChg chg="mod">
          <ac:chgData name="福元 允亮" userId="12e1d508-426e-4c6a-b43b-7681266f9ca9" providerId="ADAL" clId="{53223616-317D-6343-AA52-963AA7BDED12}" dt="2026-03-26T07:37:41.628" v="91" actId="1076"/>
          <ac:spMkLst>
            <pc:docMk/>
            <pc:sldMk cId="3001053428" sldId="2147480764"/>
            <ac:spMk id="26" creationId="{9C814800-B387-DB0D-4D2C-42AF3A2176D9}"/>
          </ac:spMkLst>
        </pc:spChg>
        <pc:spChg chg="mod">
          <ac:chgData name="福元 允亮" userId="12e1d508-426e-4c6a-b43b-7681266f9ca9" providerId="ADAL" clId="{53223616-317D-6343-AA52-963AA7BDED12}" dt="2026-03-26T07:37:04.411" v="62" actId="20577"/>
          <ac:spMkLst>
            <pc:docMk/>
            <pc:sldMk cId="3001053428" sldId="2147480764"/>
            <ac:spMk id="27" creationId="{33F1E1CF-F830-1056-8B43-8CF74DF0BDE0}"/>
          </ac:spMkLst>
        </pc:spChg>
        <pc:spChg chg="mod">
          <ac:chgData name="福元 允亮" userId="12e1d508-426e-4c6a-b43b-7681266f9ca9" providerId="ADAL" clId="{53223616-317D-6343-AA52-963AA7BDED12}" dt="2026-03-26T07:38:55.593" v="137" actId="571"/>
          <ac:spMkLst>
            <pc:docMk/>
            <pc:sldMk cId="3001053428" sldId="2147480764"/>
            <ac:spMk id="28" creationId="{622E68BB-1816-9422-DD90-76B89B180CB4}"/>
          </ac:spMkLst>
        </pc:spChg>
        <pc:spChg chg="del">
          <ac:chgData name="福元 允亮" userId="12e1d508-426e-4c6a-b43b-7681266f9ca9" providerId="ADAL" clId="{53223616-317D-6343-AA52-963AA7BDED12}" dt="2026-03-26T07:36:04.297" v="11" actId="478"/>
          <ac:spMkLst>
            <pc:docMk/>
            <pc:sldMk cId="3001053428" sldId="2147480764"/>
            <ac:spMk id="30" creationId="{4810E03B-A426-2FA2-004E-C2E27249F721}"/>
          </ac:spMkLst>
        </pc:spChg>
        <pc:spChg chg="del">
          <ac:chgData name="福元 允亮" userId="12e1d508-426e-4c6a-b43b-7681266f9ca9" providerId="ADAL" clId="{53223616-317D-6343-AA52-963AA7BDED12}" dt="2026-03-26T07:36:31.144" v="37" actId="478"/>
          <ac:spMkLst>
            <pc:docMk/>
            <pc:sldMk cId="3001053428" sldId="2147480764"/>
            <ac:spMk id="31" creationId="{59503F83-E9A4-1E44-AC6F-05DF93401D70}"/>
          </ac:spMkLst>
        </pc:spChg>
        <pc:spChg chg="mod">
          <ac:chgData name="福元 允亮" userId="12e1d508-426e-4c6a-b43b-7681266f9ca9" providerId="ADAL" clId="{53223616-317D-6343-AA52-963AA7BDED12}" dt="2026-03-26T07:38:55.593" v="137" actId="571"/>
          <ac:spMkLst>
            <pc:docMk/>
            <pc:sldMk cId="3001053428" sldId="2147480764"/>
            <ac:spMk id="32" creationId="{B5618AA0-0EFA-FAF6-270A-E8870CC45D4D}"/>
          </ac:spMkLst>
        </pc:spChg>
        <pc:spChg chg="mod">
          <ac:chgData name="福元 允亮" userId="12e1d508-426e-4c6a-b43b-7681266f9ca9" providerId="ADAL" clId="{53223616-317D-6343-AA52-963AA7BDED12}" dt="2026-03-26T07:39:22.215" v="146" actId="465"/>
          <ac:spMkLst>
            <pc:docMk/>
            <pc:sldMk cId="3001053428" sldId="2147480764"/>
            <ac:spMk id="33" creationId="{FCE9081D-5F42-A03E-2CAC-B0A8F4138BA2}"/>
          </ac:spMkLst>
        </pc:spChg>
        <pc:spChg chg="mod">
          <ac:chgData name="福元 允亮" userId="12e1d508-426e-4c6a-b43b-7681266f9ca9" providerId="ADAL" clId="{53223616-317D-6343-AA52-963AA7BDED12}" dt="2026-03-26T07:38:31.828" v="128" actId="554"/>
          <ac:spMkLst>
            <pc:docMk/>
            <pc:sldMk cId="3001053428" sldId="2147480764"/>
            <ac:spMk id="34" creationId="{2FCFF851-352D-83DD-3EA3-F0AB48C1EDF2}"/>
          </ac:spMkLst>
        </pc:spChg>
        <pc:spChg chg="mod">
          <ac:chgData name="福元 允亮" userId="12e1d508-426e-4c6a-b43b-7681266f9ca9" providerId="ADAL" clId="{53223616-317D-6343-AA52-963AA7BDED12}" dt="2026-03-26T07:39:22.215" v="146" actId="465"/>
          <ac:spMkLst>
            <pc:docMk/>
            <pc:sldMk cId="3001053428" sldId="2147480764"/>
            <ac:spMk id="35" creationId="{65781528-E5E3-3ED9-2D2E-7BC9C317F3EA}"/>
          </ac:spMkLst>
        </pc:spChg>
        <pc:spChg chg="mod">
          <ac:chgData name="福元 允亮" userId="12e1d508-426e-4c6a-b43b-7681266f9ca9" providerId="ADAL" clId="{53223616-317D-6343-AA52-963AA7BDED12}" dt="2026-03-26T07:38:55.593" v="137" actId="571"/>
          <ac:spMkLst>
            <pc:docMk/>
            <pc:sldMk cId="3001053428" sldId="2147480764"/>
            <ac:spMk id="36" creationId="{F864A6C9-8636-4AF4-78C5-95D1F8EBFEAE}"/>
          </ac:spMkLst>
        </pc:spChg>
        <pc:spChg chg="mod">
          <ac:chgData name="福元 允亮" userId="12e1d508-426e-4c6a-b43b-7681266f9ca9" providerId="ADAL" clId="{53223616-317D-6343-AA52-963AA7BDED12}" dt="2026-03-26T07:38:55.593" v="137" actId="571"/>
          <ac:spMkLst>
            <pc:docMk/>
            <pc:sldMk cId="3001053428" sldId="2147480764"/>
            <ac:spMk id="37" creationId="{EC28856B-ABE6-DE59-FC32-F8625EB6E8D3}"/>
          </ac:spMkLst>
        </pc:spChg>
        <pc:spChg chg="del">
          <ac:chgData name="福元 允亮" userId="12e1d508-426e-4c6a-b43b-7681266f9ca9" providerId="ADAL" clId="{53223616-317D-6343-AA52-963AA7BDED12}" dt="2026-03-26T07:35:58.542" v="10" actId="478"/>
          <ac:spMkLst>
            <pc:docMk/>
            <pc:sldMk cId="3001053428" sldId="2147480764"/>
            <ac:spMk id="39" creationId="{1E1C94C5-3C1C-7856-491B-967BFE7D6CBE}"/>
          </ac:spMkLst>
        </pc:spChg>
        <pc:spChg chg="del">
          <ac:chgData name="福元 允亮" userId="12e1d508-426e-4c6a-b43b-7681266f9ca9" providerId="ADAL" clId="{53223616-317D-6343-AA52-963AA7BDED12}" dt="2026-03-26T07:35:58.542" v="10" actId="478"/>
          <ac:spMkLst>
            <pc:docMk/>
            <pc:sldMk cId="3001053428" sldId="2147480764"/>
            <ac:spMk id="40" creationId="{6EF8A625-83E5-7852-D34F-8E84361C166B}"/>
          </ac:spMkLst>
        </pc:spChg>
        <pc:spChg chg="del">
          <ac:chgData name="福元 允亮" userId="12e1d508-426e-4c6a-b43b-7681266f9ca9" providerId="ADAL" clId="{53223616-317D-6343-AA52-963AA7BDED12}" dt="2026-03-26T07:35:58.542" v="10" actId="478"/>
          <ac:spMkLst>
            <pc:docMk/>
            <pc:sldMk cId="3001053428" sldId="2147480764"/>
            <ac:spMk id="41" creationId="{03A3B291-F901-64AE-A69B-10F4FC326E19}"/>
          </ac:spMkLst>
        </pc:spChg>
        <pc:spChg chg="del">
          <ac:chgData name="福元 允亮" userId="12e1d508-426e-4c6a-b43b-7681266f9ca9" providerId="ADAL" clId="{53223616-317D-6343-AA52-963AA7BDED12}" dt="2026-03-26T07:35:58.542" v="10" actId="478"/>
          <ac:spMkLst>
            <pc:docMk/>
            <pc:sldMk cId="3001053428" sldId="2147480764"/>
            <ac:spMk id="42" creationId="{BFCBAB63-CAD3-ABC6-34CA-557BBA963085}"/>
          </ac:spMkLst>
        </pc:spChg>
        <pc:spChg chg="mod">
          <ac:chgData name="福元 允亮" userId="12e1d508-426e-4c6a-b43b-7681266f9ca9" providerId="ADAL" clId="{53223616-317D-6343-AA52-963AA7BDED12}" dt="2026-03-26T07:38:55.593" v="137" actId="571"/>
          <ac:spMkLst>
            <pc:docMk/>
            <pc:sldMk cId="3001053428" sldId="2147480764"/>
            <ac:spMk id="43" creationId="{9FAD7069-5A7F-E62C-1F4E-57874F310CC5}"/>
          </ac:spMkLst>
        </pc:spChg>
        <pc:spChg chg="del">
          <ac:chgData name="福元 允亮" userId="12e1d508-426e-4c6a-b43b-7681266f9ca9" providerId="ADAL" clId="{53223616-317D-6343-AA52-963AA7BDED12}" dt="2026-03-26T07:35:58.542" v="10" actId="478"/>
          <ac:spMkLst>
            <pc:docMk/>
            <pc:sldMk cId="3001053428" sldId="2147480764"/>
            <ac:spMk id="45" creationId="{467C9E72-8E7F-AA57-ABC7-8B44DAC95E36}"/>
          </ac:spMkLst>
        </pc:spChg>
        <pc:spChg chg="del">
          <ac:chgData name="福元 允亮" userId="12e1d508-426e-4c6a-b43b-7681266f9ca9" providerId="ADAL" clId="{53223616-317D-6343-AA52-963AA7BDED12}" dt="2026-03-26T07:35:58.542" v="10" actId="478"/>
          <ac:spMkLst>
            <pc:docMk/>
            <pc:sldMk cId="3001053428" sldId="2147480764"/>
            <ac:spMk id="46" creationId="{5FA87777-7AD4-81BF-7A5E-16FE06BD0C94}"/>
          </ac:spMkLst>
        </pc:spChg>
        <pc:spChg chg="del">
          <ac:chgData name="福元 允亮" userId="12e1d508-426e-4c6a-b43b-7681266f9ca9" providerId="ADAL" clId="{53223616-317D-6343-AA52-963AA7BDED12}" dt="2026-03-26T07:35:58.542" v="10" actId="478"/>
          <ac:spMkLst>
            <pc:docMk/>
            <pc:sldMk cId="3001053428" sldId="2147480764"/>
            <ac:spMk id="47" creationId="{FBAF7A67-798B-8456-DF8D-4E145494D8CA}"/>
          </ac:spMkLst>
        </pc:spChg>
        <pc:spChg chg="del">
          <ac:chgData name="福元 允亮" userId="12e1d508-426e-4c6a-b43b-7681266f9ca9" providerId="ADAL" clId="{53223616-317D-6343-AA52-963AA7BDED12}" dt="2026-03-26T07:35:58.542" v="10" actId="478"/>
          <ac:spMkLst>
            <pc:docMk/>
            <pc:sldMk cId="3001053428" sldId="2147480764"/>
            <ac:spMk id="48" creationId="{DCB48424-0999-3284-B5C6-722BCD877695}"/>
          </ac:spMkLst>
        </pc:spChg>
        <pc:spChg chg="del">
          <ac:chgData name="福元 允亮" userId="12e1d508-426e-4c6a-b43b-7681266f9ca9" providerId="ADAL" clId="{53223616-317D-6343-AA52-963AA7BDED12}" dt="2026-03-26T07:35:58.542" v="10" actId="478"/>
          <ac:spMkLst>
            <pc:docMk/>
            <pc:sldMk cId="3001053428" sldId="2147480764"/>
            <ac:spMk id="53" creationId="{74079926-4CDE-6AC5-13A8-845162BB5420}"/>
          </ac:spMkLst>
        </pc:spChg>
        <pc:spChg chg="del">
          <ac:chgData name="福元 允亮" userId="12e1d508-426e-4c6a-b43b-7681266f9ca9" providerId="ADAL" clId="{53223616-317D-6343-AA52-963AA7BDED12}" dt="2026-03-26T07:35:58.542" v="10" actId="478"/>
          <ac:spMkLst>
            <pc:docMk/>
            <pc:sldMk cId="3001053428" sldId="2147480764"/>
            <ac:spMk id="54" creationId="{1EAE8D28-D29F-0FF7-1085-00F85ADFC278}"/>
          </ac:spMkLst>
        </pc:spChg>
        <pc:spChg chg="mod">
          <ac:chgData name="福元 允亮" userId="12e1d508-426e-4c6a-b43b-7681266f9ca9" providerId="ADAL" clId="{53223616-317D-6343-AA52-963AA7BDED12}" dt="2026-03-26T07:39:55.347" v="166" actId="20577"/>
          <ac:spMkLst>
            <pc:docMk/>
            <pc:sldMk cId="3001053428" sldId="2147480764"/>
            <ac:spMk id="59" creationId="{1750683D-1838-E38D-DB0C-A7283543FAEC}"/>
          </ac:spMkLst>
        </pc:spChg>
        <pc:spChg chg="mod">
          <ac:chgData name="福元 允亮" userId="12e1d508-426e-4c6a-b43b-7681266f9ca9" providerId="ADAL" clId="{53223616-317D-6343-AA52-963AA7BDED12}" dt="2026-03-26T07:39:58.053" v="168" actId="20577"/>
          <ac:spMkLst>
            <pc:docMk/>
            <pc:sldMk cId="3001053428" sldId="2147480764"/>
            <ac:spMk id="60" creationId="{9844FC42-0ED7-E4E7-30EA-4F86DDA1B437}"/>
          </ac:spMkLst>
        </pc:spChg>
        <pc:spChg chg="mod">
          <ac:chgData name="福元 允亮" userId="12e1d508-426e-4c6a-b43b-7681266f9ca9" providerId="ADAL" clId="{53223616-317D-6343-AA52-963AA7BDED12}" dt="2026-03-26T07:40:00.502" v="170" actId="20577"/>
          <ac:spMkLst>
            <pc:docMk/>
            <pc:sldMk cId="3001053428" sldId="2147480764"/>
            <ac:spMk id="61" creationId="{753121A6-0971-5573-94E3-E82F553D3B17}"/>
          </ac:spMkLst>
        </pc:spChg>
        <pc:spChg chg="mod">
          <ac:chgData name="福元 允亮" userId="12e1d508-426e-4c6a-b43b-7681266f9ca9" providerId="ADAL" clId="{53223616-317D-6343-AA52-963AA7BDED12}" dt="2026-03-26T07:39:50.398" v="162" actId="20577"/>
          <ac:spMkLst>
            <pc:docMk/>
            <pc:sldMk cId="3001053428" sldId="2147480764"/>
            <ac:spMk id="62" creationId="{2A000922-2B45-D659-ED7D-4E8C642E4715}"/>
          </ac:spMkLst>
        </pc:spChg>
        <pc:spChg chg="mod">
          <ac:chgData name="福元 允亮" userId="12e1d508-426e-4c6a-b43b-7681266f9ca9" providerId="ADAL" clId="{53223616-317D-6343-AA52-963AA7BDED12}" dt="2026-03-26T07:39:53.063" v="164" actId="20577"/>
          <ac:spMkLst>
            <pc:docMk/>
            <pc:sldMk cId="3001053428" sldId="2147480764"/>
            <ac:spMk id="63" creationId="{0959EB16-E1AE-C618-5544-54CF09CA7662}"/>
          </ac:spMkLst>
        </pc:spChg>
        <pc:spChg chg="mod">
          <ac:chgData name="福元 允亮" userId="12e1d508-426e-4c6a-b43b-7681266f9ca9" providerId="ADAL" clId="{53223616-317D-6343-AA52-963AA7BDED12}" dt="2026-03-26T07:40:08.499" v="176" actId="20577"/>
          <ac:spMkLst>
            <pc:docMk/>
            <pc:sldMk cId="3001053428" sldId="2147480764"/>
            <ac:spMk id="66" creationId="{EDF24288-ED0C-FB7E-17C2-5D14112B43DC}"/>
          </ac:spMkLst>
        </pc:spChg>
        <pc:spChg chg="mod">
          <ac:chgData name="福元 允亮" userId="12e1d508-426e-4c6a-b43b-7681266f9ca9" providerId="ADAL" clId="{53223616-317D-6343-AA52-963AA7BDED12}" dt="2026-03-26T07:40:11.148" v="178" actId="20577"/>
          <ac:spMkLst>
            <pc:docMk/>
            <pc:sldMk cId="3001053428" sldId="2147480764"/>
            <ac:spMk id="67" creationId="{F97080F9-5F6A-B4C0-2713-D75C1CC0C8C8}"/>
          </ac:spMkLst>
        </pc:spChg>
        <pc:spChg chg="mod">
          <ac:chgData name="福元 允亮" userId="12e1d508-426e-4c6a-b43b-7681266f9ca9" providerId="ADAL" clId="{53223616-317D-6343-AA52-963AA7BDED12}" dt="2026-03-26T07:40:13.313" v="180" actId="20577"/>
          <ac:spMkLst>
            <pc:docMk/>
            <pc:sldMk cId="3001053428" sldId="2147480764"/>
            <ac:spMk id="68" creationId="{F252590C-FE1B-C059-7D03-1089CF6CC246}"/>
          </ac:spMkLst>
        </pc:spChg>
        <pc:spChg chg="mod">
          <ac:chgData name="福元 允亮" userId="12e1d508-426e-4c6a-b43b-7681266f9ca9" providerId="ADAL" clId="{53223616-317D-6343-AA52-963AA7BDED12}" dt="2026-03-26T07:40:04.053" v="172" actId="20577"/>
          <ac:spMkLst>
            <pc:docMk/>
            <pc:sldMk cId="3001053428" sldId="2147480764"/>
            <ac:spMk id="69" creationId="{6B80372B-DFA0-A2FD-3B45-9E9479BDE95F}"/>
          </ac:spMkLst>
        </pc:spChg>
        <pc:spChg chg="mod">
          <ac:chgData name="福元 允亮" userId="12e1d508-426e-4c6a-b43b-7681266f9ca9" providerId="ADAL" clId="{53223616-317D-6343-AA52-963AA7BDED12}" dt="2026-03-26T07:40:06.030" v="174" actId="20577"/>
          <ac:spMkLst>
            <pc:docMk/>
            <pc:sldMk cId="3001053428" sldId="2147480764"/>
            <ac:spMk id="70" creationId="{4230C85C-71A8-E96E-5604-BDF189A3BE84}"/>
          </ac:spMkLst>
        </pc:spChg>
        <pc:spChg chg="mod">
          <ac:chgData name="福元 允亮" userId="12e1d508-426e-4c6a-b43b-7681266f9ca9" providerId="ADAL" clId="{53223616-317D-6343-AA52-963AA7BDED12}" dt="2026-03-26T07:40:22.168" v="186" actId="20577"/>
          <ac:spMkLst>
            <pc:docMk/>
            <pc:sldMk cId="3001053428" sldId="2147480764"/>
            <ac:spMk id="73" creationId="{2DD3009C-C3D3-D403-31DF-644134D8CDA2}"/>
          </ac:spMkLst>
        </pc:spChg>
        <pc:spChg chg="mod">
          <ac:chgData name="福元 允亮" userId="12e1d508-426e-4c6a-b43b-7681266f9ca9" providerId="ADAL" clId="{53223616-317D-6343-AA52-963AA7BDED12}" dt="2026-03-26T07:40:24.628" v="188" actId="20577"/>
          <ac:spMkLst>
            <pc:docMk/>
            <pc:sldMk cId="3001053428" sldId="2147480764"/>
            <ac:spMk id="74" creationId="{DA68D9DA-BC50-BFEE-88F7-5DE4662CE293}"/>
          </ac:spMkLst>
        </pc:spChg>
        <pc:spChg chg="mod">
          <ac:chgData name="福元 允亮" userId="12e1d508-426e-4c6a-b43b-7681266f9ca9" providerId="ADAL" clId="{53223616-317D-6343-AA52-963AA7BDED12}" dt="2026-03-26T07:40:26.981" v="190" actId="20577"/>
          <ac:spMkLst>
            <pc:docMk/>
            <pc:sldMk cId="3001053428" sldId="2147480764"/>
            <ac:spMk id="75" creationId="{BB419CA6-751A-08EE-61DB-3B94E5504EC6}"/>
          </ac:spMkLst>
        </pc:spChg>
        <pc:spChg chg="mod">
          <ac:chgData name="福元 允亮" userId="12e1d508-426e-4c6a-b43b-7681266f9ca9" providerId="ADAL" clId="{53223616-317D-6343-AA52-963AA7BDED12}" dt="2026-03-26T07:40:16.902" v="182" actId="20577"/>
          <ac:spMkLst>
            <pc:docMk/>
            <pc:sldMk cId="3001053428" sldId="2147480764"/>
            <ac:spMk id="76" creationId="{11895E72-3577-CC54-AF9F-4562BFC9AAA7}"/>
          </ac:spMkLst>
        </pc:spChg>
        <pc:spChg chg="mod">
          <ac:chgData name="福元 允亮" userId="12e1d508-426e-4c6a-b43b-7681266f9ca9" providerId="ADAL" clId="{53223616-317D-6343-AA52-963AA7BDED12}" dt="2026-03-26T07:40:18.656" v="184" actId="20577"/>
          <ac:spMkLst>
            <pc:docMk/>
            <pc:sldMk cId="3001053428" sldId="2147480764"/>
            <ac:spMk id="77" creationId="{57D9C210-00AA-E3EC-C98B-FE94E2F092E9}"/>
          </ac:spMkLst>
        </pc:spChg>
        <pc:spChg chg="mod">
          <ac:chgData name="福元 允亮" userId="12e1d508-426e-4c6a-b43b-7681266f9ca9" providerId="ADAL" clId="{53223616-317D-6343-AA52-963AA7BDED12}" dt="2026-03-26T07:40:34.591" v="196" actId="20577"/>
          <ac:spMkLst>
            <pc:docMk/>
            <pc:sldMk cId="3001053428" sldId="2147480764"/>
            <ac:spMk id="80" creationId="{D8B15AF0-6CCE-6E13-12B7-804FFEEB1F0D}"/>
          </ac:spMkLst>
        </pc:spChg>
        <pc:spChg chg="mod">
          <ac:chgData name="福元 允亮" userId="12e1d508-426e-4c6a-b43b-7681266f9ca9" providerId="ADAL" clId="{53223616-317D-6343-AA52-963AA7BDED12}" dt="2026-03-26T07:40:36.859" v="198" actId="20577"/>
          <ac:spMkLst>
            <pc:docMk/>
            <pc:sldMk cId="3001053428" sldId="2147480764"/>
            <ac:spMk id="81" creationId="{CD9EB343-0456-37BF-67FF-1527FF01D744}"/>
          </ac:spMkLst>
        </pc:spChg>
        <pc:spChg chg="mod">
          <ac:chgData name="福元 允亮" userId="12e1d508-426e-4c6a-b43b-7681266f9ca9" providerId="ADAL" clId="{53223616-317D-6343-AA52-963AA7BDED12}" dt="2026-03-26T07:40:38.517" v="200" actId="20577"/>
          <ac:spMkLst>
            <pc:docMk/>
            <pc:sldMk cId="3001053428" sldId="2147480764"/>
            <ac:spMk id="82" creationId="{ABB5D436-46F0-9109-BD52-9096C9BD36CA}"/>
          </ac:spMkLst>
        </pc:spChg>
        <pc:spChg chg="mod">
          <ac:chgData name="福元 允亮" userId="12e1d508-426e-4c6a-b43b-7681266f9ca9" providerId="ADAL" clId="{53223616-317D-6343-AA52-963AA7BDED12}" dt="2026-03-26T07:40:30.535" v="192" actId="20577"/>
          <ac:spMkLst>
            <pc:docMk/>
            <pc:sldMk cId="3001053428" sldId="2147480764"/>
            <ac:spMk id="83" creationId="{6F276553-DBB1-C05B-1F37-5A0BA419D60B}"/>
          </ac:spMkLst>
        </pc:spChg>
        <pc:spChg chg="mod">
          <ac:chgData name="福元 允亮" userId="12e1d508-426e-4c6a-b43b-7681266f9ca9" providerId="ADAL" clId="{53223616-317D-6343-AA52-963AA7BDED12}" dt="2026-03-26T07:40:32.384" v="194" actId="20577"/>
          <ac:spMkLst>
            <pc:docMk/>
            <pc:sldMk cId="3001053428" sldId="2147480764"/>
            <ac:spMk id="84" creationId="{AF0A0FBB-A607-F1A3-90A2-AA3C6549DF3E}"/>
          </ac:spMkLst>
        </pc:spChg>
        <pc:grpChg chg="add">
          <ac:chgData name="福元 允亮" userId="12e1d508-426e-4c6a-b43b-7681266f9ca9" providerId="ADAL" clId="{53223616-317D-6343-AA52-963AA7BDED12}" dt="2026-03-26T07:38:34.300" v="129" actId="164"/>
          <ac:grpSpMkLst>
            <pc:docMk/>
            <pc:sldMk cId="3001053428" sldId="2147480764"/>
            <ac:grpSpMk id="9" creationId="{12F55D03-2DEC-6D62-E32C-0932659613F3}"/>
          </ac:grpSpMkLst>
        </pc:grpChg>
        <pc:grpChg chg="add del mod">
          <ac:chgData name="福元 允亮" userId="12e1d508-426e-4c6a-b43b-7681266f9ca9" providerId="ADAL" clId="{53223616-317D-6343-AA52-963AA7BDED12}" dt="2026-03-26T07:38:50.309" v="134" actId="478"/>
          <ac:grpSpMkLst>
            <pc:docMk/>
            <pc:sldMk cId="3001053428" sldId="2147480764"/>
            <ac:grpSpMk id="10" creationId="{8F1EC9CB-B704-0267-6579-139CB024FAF0}"/>
          </ac:grpSpMkLst>
        </pc:grpChg>
        <pc:grpChg chg="add mod">
          <ac:chgData name="福元 允亮" userId="12e1d508-426e-4c6a-b43b-7681266f9ca9" providerId="ADAL" clId="{53223616-317D-6343-AA52-963AA7BDED12}" dt="2026-03-26T07:38:52.800" v="135" actId="571"/>
          <ac:grpSpMkLst>
            <pc:docMk/>
            <pc:sldMk cId="3001053428" sldId="2147480764"/>
            <ac:grpSpMk id="16" creationId="{C6A55CC7-4D5C-55CC-C992-F87043E6392B}"/>
          </ac:grpSpMkLst>
        </pc:grpChg>
        <pc:grpChg chg="add mod">
          <ac:chgData name="福元 允亮" userId="12e1d508-426e-4c6a-b43b-7681266f9ca9" providerId="ADAL" clId="{53223616-317D-6343-AA52-963AA7BDED12}" dt="2026-03-26T07:38:55.593" v="137" actId="571"/>
          <ac:grpSpMkLst>
            <pc:docMk/>
            <pc:sldMk cId="3001053428" sldId="2147480764"/>
            <ac:grpSpMk id="22" creationId="{DB437A93-07BD-7A80-5195-55E4960F8454}"/>
          </ac:grpSpMkLst>
        </pc:grpChg>
        <pc:grpChg chg="add mod">
          <ac:chgData name="福元 允亮" userId="12e1d508-426e-4c6a-b43b-7681266f9ca9" providerId="ADAL" clId="{53223616-317D-6343-AA52-963AA7BDED12}" dt="2026-03-26T07:38:59.478" v="139" actId="571"/>
          <ac:grpSpMkLst>
            <pc:docMk/>
            <pc:sldMk cId="3001053428" sldId="2147480764"/>
            <ac:grpSpMk id="58" creationId="{D441A0B9-7D47-321E-018A-CB671DBDCBF2}"/>
          </ac:grpSpMkLst>
        </pc:grpChg>
        <pc:grpChg chg="add mod">
          <ac:chgData name="福元 允亮" userId="12e1d508-426e-4c6a-b43b-7681266f9ca9" providerId="ADAL" clId="{53223616-317D-6343-AA52-963AA7BDED12}" dt="2026-03-26T07:39:06.655" v="141" actId="571"/>
          <ac:grpSpMkLst>
            <pc:docMk/>
            <pc:sldMk cId="3001053428" sldId="2147480764"/>
            <ac:grpSpMk id="65" creationId="{1576331F-616C-73F0-BC35-E1A0868AB209}"/>
          </ac:grpSpMkLst>
        </pc:grpChg>
        <pc:grpChg chg="add mod">
          <ac:chgData name="福元 允亮" userId="12e1d508-426e-4c6a-b43b-7681266f9ca9" providerId="ADAL" clId="{53223616-317D-6343-AA52-963AA7BDED12}" dt="2026-03-26T07:39:11.487" v="143" actId="571"/>
          <ac:grpSpMkLst>
            <pc:docMk/>
            <pc:sldMk cId="3001053428" sldId="2147480764"/>
            <ac:grpSpMk id="72" creationId="{9C706DBA-9095-DDEC-8192-9EB066168C2B}"/>
          </ac:grpSpMkLst>
        </pc:grpChg>
        <pc:grpChg chg="add mod">
          <ac:chgData name="福元 允亮" userId="12e1d508-426e-4c6a-b43b-7681266f9ca9" providerId="ADAL" clId="{53223616-317D-6343-AA52-963AA7BDED12}" dt="2026-03-26T07:39:16.343" v="145" actId="571"/>
          <ac:grpSpMkLst>
            <pc:docMk/>
            <pc:sldMk cId="3001053428" sldId="2147480764"/>
            <ac:grpSpMk id="79" creationId="{01CCEBC5-30CC-1367-D61B-6BA7B61AF5E7}"/>
          </ac:grpSpMkLst>
        </pc:grpChg>
        <pc:cxnChg chg="add mod">
          <ac:chgData name="福元 允亮" userId="12e1d508-426e-4c6a-b43b-7681266f9ca9" providerId="ADAL" clId="{53223616-317D-6343-AA52-963AA7BDED12}" dt="2026-03-26T07:38:23.308" v="127" actId="692"/>
          <ac:cxnSpMkLst>
            <pc:docMk/>
            <pc:sldMk cId="3001053428" sldId="2147480764"/>
            <ac:cxnSpMk id="8" creationId="{B0C21F1D-33A2-B247-CC86-C2F0DC8BE7C7}"/>
          </ac:cxnSpMkLst>
        </pc:cxnChg>
        <pc:cxnChg chg="add mod">
          <ac:chgData name="福元 允亮" userId="12e1d508-426e-4c6a-b43b-7681266f9ca9" providerId="ADAL" clId="{53223616-317D-6343-AA52-963AA7BDED12}" dt="2026-03-26T07:38:57.641" v="138" actId="571"/>
          <ac:cxnSpMkLst>
            <pc:docMk/>
            <pc:sldMk cId="3001053428" sldId="2147480764"/>
            <ac:cxnSpMk id="52" creationId="{9CF16C71-DB26-D21B-D925-B64BCE44392B}"/>
          </ac:cxnSpMkLst>
        </pc:cxnChg>
        <pc:cxnChg chg="add mod">
          <ac:chgData name="福元 允亮" userId="12e1d508-426e-4c6a-b43b-7681266f9ca9" providerId="ADAL" clId="{53223616-317D-6343-AA52-963AA7BDED12}" dt="2026-03-26T07:39:04.117" v="140" actId="571"/>
          <ac:cxnSpMkLst>
            <pc:docMk/>
            <pc:sldMk cId="3001053428" sldId="2147480764"/>
            <ac:cxnSpMk id="64" creationId="{C638BD84-4B0D-4BFC-B3FB-B48A0E47B16C}"/>
          </ac:cxnSpMkLst>
        </pc:cxnChg>
        <pc:cxnChg chg="add mod">
          <ac:chgData name="福元 允亮" userId="12e1d508-426e-4c6a-b43b-7681266f9ca9" providerId="ADAL" clId="{53223616-317D-6343-AA52-963AA7BDED12}" dt="2026-03-26T07:39:09.627" v="142" actId="571"/>
          <ac:cxnSpMkLst>
            <pc:docMk/>
            <pc:sldMk cId="3001053428" sldId="2147480764"/>
            <ac:cxnSpMk id="71" creationId="{519B72A9-3F55-8792-8F77-31E29A641450}"/>
          </ac:cxnSpMkLst>
        </pc:cxnChg>
        <pc:cxnChg chg="add mod">
          <ac:chgData name="福元 允亮" userId="12e1d508-426e-4c6a-b43b-7681266f9ca9" providerId="ADAL" clId="{53223616-317D-6343-AA52-963AA7BDED12}" dt="2026-03-26T07:39:14.494" v="144" actId="571"/>
          <ac:cxnSpMkLst>
            <pc:docMk/>
            <pc:sldMk cId="3001053428" sldId="2147480764"/>
            <ac:cxnSpMk id="78" creationId="{AF02D34E-0943-E18B-45C2-9A0DD97589AE}"/>
          </ac:cxnSpMkLst>
        </pc:cxnChg>
      </pc:sldChg>
      <pc:sldChg chg="del">
        <pc:chgData name="福元 允亮" userId="12e1d508-426e-4c6a-b43b-7681266f9ca9" providerId="ADAL" clId="{53223616-317D-6343-AA52-963AA7BDED12}" dt="2026-03-26T07:39:30.347" v="147" actId="2696"/>
        <pc:sldMkLst>
          <pc:docMk/>
          <pc:sldMk cId="1005488015" sldId="2147480765"/>
        </pc:sldMkLst>
      </pc:sldChg>
      <pc:sldChg chg="modSp add del mod">
        <pc:chgData name="福元 允亮" userId="12e1d508-426e-4c6a-b43b-7681266f9ca9" providerId="ADAL" clId="{53223616-317D-6343-AA52-963AA7BDED12}" dt="2026-03-26T07:41:57.860" v="232" actId="2696"/>
        <pc:sldMkLst>
          <pc:docMk/>
          <pc:sldMk cId="3896197757" sldId="2147480765"/>
        </pc:sldMkLst>
        <pc:spChg chg="mod">
          <ac:chgData name="福元 允亮" userId="12e1d508-426e-4c6a-b43b-7681266f9ca9" providerId="ADAL" clId="{53223616-317D-6343-AA52-963AA7BDED12}" dt="2026-03-26T07:40:51.727" v="203" actId="20577"/>
          <ac:spMkLst>
            <pc:docMk/>
            <pc:sldMk cId="3896197757" sldId="2147480765"/>
            <ac:spMk id="4" creationId="{60EF5005-2B4F-4B57-C249-9F2C542A200A}"/>
          </ac:spMkLst>
        </pc:spChg>
        <pc:spChg chg="mod">
          <ac:chgData name="福元 允亮" userId="12e1d508-426e-4c6a-b43b-7681266f9ca9" providerId="ADAL" clId="{53223616-317D-6343-AA52-963AA7BDED12}" dt="2026-03-26T07:40:53.368" v="205" actId="20577"/>
          <ac:spMkLst>
            <pc:docMk/>
            <pc:sldMk cId="3896197757" sldId="2147480765"/>
            <ac:spMk id="7" creationId="{5A279344-F60E-B83E-0A16-545C2B6A9194}"/>
          </ac:spMkLst>
        </pc:spChg>
        <pc:spChg chg="mod">
          <ac:chgData name="福元 允亮" userId="12e1d508-426e-4c6a-b43b-7681266f9ca9" providerId="ADAL" clId="{53223616-317D-6343-AA52-963AA7BDED12}" dt="2026-03-26T07:41:07.258" v="217" actId="20577"/>
          <ac:spMkLst>
            <pc:docMk/>
            <pc:sldMk cId="3896197757" sldId="2147480765"/>
            <ac:spMk id="17" creationId="{8594B958-52B6-5F42-60B3-C0D2D41CF6D4}"/>
          </ac:spMkLst>
        </pc:spChg>
        <pc:spChg chg="mod">
          <ac:chgData name="福元 允亮" userId="12e1d508-426e-4c6a-b43b-7681266f9ca9" providerId="ADAL" clId="{53223616-317D-6343-AA52-963AA7BDED12}" dt="2026-03-26T07:41:09.723" v="219" actId="20577"/>
          <ac:spMkLst>
            <pc:docMk/>
            <pc:sldMk cId="3896197757" sldId="2147480765"/>
            <ac:spMk id="18" creationId="{8CB28FC3-BAE0-1E1B-022D-F0E9B17C9973}"/>
          </ac:spMkLst>
        </pc:spChg>
        <pc:spChg chg="mod">
          <ac:chgData name="福元 允亮" userId="12e1d508-426e-4c6a-b43b-7681266f9ca9" providerId="ADAL" clId="{53223616-317D-6343-AA52-963AA7BDED12}" dt="2026-03-26T07:41:12.684" v="221" actId="20577"/>
          <ac:spMkLst>
            <pc:docMk/>
            <pc:sldMk cId="3896197757" sldId="2147480765"/>
            <ac:spMk id="19" creationId="{A952EB5F-C027-5191-6E64-F0FE7F70B460}"/>
          </ac:spMkLst>
        </pc:spChg>
        <pc:spChg chg="mod">
          <ac:chgData name="福元 允亮" userId="12e1d508-426e-4c6a-b43b-7681266f9ca9" providerId="ADAL" clId="{53223616-317D-6343-AA52-963AA7BDED12}" dt="2026-03-26T07:41:02.566" v="211" actId="20577"/>
          <ac:spMkLst>
            <pc:docMk/>
            <pc:sldMk cId="3896197757" sldId="2147480765"/>
            <ac:spMk id="20" creationId="{500A378C-84BF-3CCD-8E40-1FE1502664B4}"/>
          </ac:spMkLst>
        </pc:spChg>
        <pc:spChg chg="mod">
          <ac:chgData name="福元 允亮" userId="12e1d508-426e-4c6a-b43b-7681266f9ca9" providerId="ADAL" clId="{53223616-317D-6343-AA52-963AA7BDED12}" dt="2026-03-26T07:41:04.340" v="213" actId="20577"/>
          <ac:spMkLst>
            <pc:docMk/>
            <pc:sldMk cId="3896197757" sldId="2147480765"/>
            <ac:spMk id="21" creationId="{BF4E8258-0661-7028-2C3E-BF1138EFCF0B}"/>
          </ac:spMkLst>
        </pc:spChg>
        <pc:spChg chg="mod">
          <ac:chgData name="福元 允亮" userId="12e1d508-426e-4c6a-b43b-7681266f9ca9" providerId="ADAL" clId="{53223616-317D-6343-AA52-963AA7BDED12}" dt="2026-03-26T07:40:55.324" v="207" actId="20577"/>
          <ac:spMkLst>
            <pc:docMk/>
            <pc:sldMk cId="3896197757" sldId="2147480765"/>
            <ac:spMk id="33" creationId="{71D6C1A3-4157-3343-8432-20EE3B4493E9}"/>
          </ac:spMkLst>
        </pc:spChg>
        <pc:spChg chg="mod">
          <ac:chgData name="福元 允亮" userId="12e1d508-426e-4c6a-b43b-7681266f9ca9" providerId="ADAL" clId="{53223616-317D-6343-AA52-963AA7BDED12}" dt="2026-03-26T07:40:58.660" v="209" actId="20577"/>
          <ac:spMkLst>
            <pc:docMk/>
            <pc:sldMk cId="3896197757" sldId="2147480765"/>
            <ac:spMk id="34" creationId="{FAB10EC0-DA90-C6EC-B631-073ACB7CC405}"/>
          </ac:spMkLst>
        </pc:spChg>
        <pc:spChg chg="mod">
          <ac:chgData name="福元 允亮" userId="12e1d508-426e-4c6a-b43b-7681266f9ca9" providerId="ADAL" clId="{53223616-317D-6343-AA52-963AA7BDED12}" dt="2026-03-26T07:41:23.172" v="227" actId="20577"/>
          <ac:spMkLst>
            <pc:docMk/>
            <pc:sldMk cId="3896197757" sldId="2147480765"/>
            <ac:spMk id="59" creationId="{18BB556A-7AB7-508C-8EC7-83AE30820236}"/>
          </ac:spMkLst>
        </pc:spChg>
        <pc:spChg chg="mod">
          <ac:chgData name="福元 允亮" userId="12e1d508-426e-4c6a-b43b-7681266f9ca9" providerId="ADAL" clId="{53223616-317D-6343-AA52-963AA7BDED12}" dt="2026-03-26T07:41:25.724" v="229" actId="20577"/>
          <ac:spMkLst>
            <pc:docMk/>
            <pc:sldMk cId="3896197757" sldId="2147480765"/>
            <ac:spMk id="60" creationId="{D27042FC-146C-6DF5-3981-5163E92D86BA}"/>
          </ac:spMkLst>
        </pc:spChg>
        <pc:spChg chg="mod">
          <ac:chgData name="福元 允亮" userId="12e1d508-426e-4c6a-b43b-7681266f9ca9" providerId="ADAL" clId="{53223616-317D-6343-AA52-963AA7BDED12}" dt="2026-03-26T07:41:28.267" v="231" actId="20577"/>
          <ac:spMkLst>
            <pc:docMk/>
            <pc:sldMk cId="3896197757" sldId="2147480765"/>
            <ac:spMk id="61" creationId="{F2B3B03D-1F5C-48B0-4134-F51F60A7A274}"/>
          </ac:spMkLst>
        </pc:spChg>
        <pc:spChg chg="mod">
          <ac:chgData name="福元 允亮" userId="12e1d508-426e-4c6a-b43b-7681266f9ca9" providerId="ADAL" clId="{53223616-317D-6343-AA52-963AA7BDED12}" dt="2026-03-26T07:41:18.326" v="223" actId="20577"/>
          <ac:spMkLst>
            <pc:docMk/>
            <pc:sldMk cId="3896197757" sldId="2147480765"/>
            <ac:spMk id="62" creationId="{E4243FEF-3CFF-6FEE-FEE4-B7E61A6D3D0C}"/>
          </ac:spMkLst>
        </pc:spChg>
        <pc:spChg chg="mod">
          <ac:chgData name="福元 允亮" userId="12e1d508-426e-4c6a-b43b-7681266f9ca9" providerId="ADAL" clId="{53223616-317D-6343-AA52-963AA7BDED12}" dt="2026-03-26T07:41:19.872" v="225" actId="20577"/>
          <ac:spMkLst>
            <pc:docMk/>
            <pc:sldMk cId="3896197757" sldId="2147480765"/>
            <ac:spMk id="63" creationId="{CCC4136E-3548-DD4F-86E6-64B5C6BF90C2}"/>
          </ac:spMkLst>
        </pc:spChg>
      </pc:sldChg>
      <pc:sldChg chg="del">
        <pc:chgData name="福元 允亮" userId="12e1d508-426e-4c6a-b43b-7681266f9ca9" providerId="ADAL" clId="{53223616-317D-6343-AA52-963AA7BDED12}" dt="2026-03-26T07:39:30.384" v="148" actId="2696"/>
        <pc:sldMkLst>
          <pc:docMk/>
          <pc:sldMk cId="1456927857" sldId="2147480766"/>
        </pc:sldMkLst>
      </pc:sldChg>
    </pc:docChg>
  </pc:docChgLst>
  <pc:docChgLst>
    <pc:chgData name="福元 允亮" userId="12e1d508-426e-4c6a-b43b-7681266f9ca9" providerId="ADAL" clId="{1E509910-804B-C24F-B374-96DEE8D899D7}"/>
    <pc:docChg chg="custSel modSld">
      <pc:chgData name="福元 允亮" userId="12e1d508-426e-4c6a-b43b-7681266f9ca9" providerId="ADAL" clId="{1E509910-804B-C24F-B374-96DEE8D899D7}" dt="2026-03-11T12:27:08.716" v="242" actId="207"/>
      <pc:docMkLst>
        <pc:docMk/>
      </pc:docMkLst>
      <pc:sldChg chg="addSp delSp modSp mod">
        <pc:chgData name="福元 允亮" userId="12e1d508-426e-4c6a-b43b-7681266f9ca9" providerId="ADAL" clId="{1E509910-804B-C24F-B374-96DEE8D899D7}" dt="2026-03-11T12:27:08.716" v="242" actId="207"/>
        <pc:sldMkLst>
          <pc:docMk/>
          <pc:sldMk cId="3001053428" sldId="2147480764"/>
        </pc:sldMkLst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>
              <a:latin typeface="+mn-ea"/>
            </a:endParaRP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BDCB57-7B26-864A-85AB-1FE6E8A71097}" type="datetimeFigureOut">
              <a:rPr kumimoji="1" lang="ja-JP" altLang="en-US" smtClean="0">
                <a:latin typeface="+mn-ea"/>
              </a:rPr>
              <a:t>2026/3/26</a:t>
            </a:fld>
            <a:endParaRPr kumimoji="1" lang="ja-JP" altLang="en-US">
              <a:latin typeface="+mn-ea"/>
            </a:endParaRPr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>
              <a:latin typeface="+mn-ea"/>
            </a:endParaRP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41B73B-8F91-6845-8B45-1448A7A46D6E}" type="slidenum">
              <a:rPr kumimoji="1" lang="ja-JP" altLang="en-US" smtClean="0">
                <a:latin typeface="+mn-ea"/>
              </a:rPr>
              <a:t>‹#›</a:t>
            </a:fld>
            <a:endParaRPr kumimoji="1" lang="ja-JP" altLang="en-US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7408550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7B8588-1665-0A4A-AD47-68FFFFC620D1}" type="datetimeFigureOut">
              <a:rPr kumimoji="1" lang="ja-JP" altLang="en-US" smtClean="0"/>
              <a:t>2026/3/26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30237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3887785"/>
            <a:ext cx="5486400" cy="462597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9AAED7-EB68-B44B-A29A-E9CFE7A114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139408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630238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9AAED7-EB68-B44B-A29A-E9CFE7A1147D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1746205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oleObject" Target="../embeddings/oleObject2.bin"/><Relationship Id="rId3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oleObject" Target="../embeddings/oleObject3.bin"/><Relationship Id="rId3" Type="http://schemas.openxmlformats.org/officeDocument/2006/relationships/image" Target="../media/image3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oleObject" Target="../embeddings/oleObject3.bin"/><Relationship Id="rId3" Type="http://schemas.openxmlformats.org/officeDocument/2006/relationships/image" Target="../media/image3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26A9CB88-735E-6849-3DE2-E60599824D0A}"/>
              </a:ext>
            </a:extLst>
          </p:cNvPr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151189375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7772400" imgH="10058400" progId="TCLayout.ActiveDocument.1">
                  <p:embed/>
                </p:oleObj>
              </mc:Choice>
              <mc:Fallback>
                <p:oleObj name="think-cell Slide" r:id="rId2" imgW="7772400" imgH="10058400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6A9CB88-735E-6849-3DE2-E60599824D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659282D-E203-D490-4B15-F802032603A3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  <p:sp>
        <p:nvSpPr>
          <p:cNvPr id="2" name="タイトル 5">
            <a:extLst>
              <a:ext uri="{FF2B5EF4-FFF2-40B4-BE49-F238E27FC236}">
                <a16:creationId xmlns:a16="http://schemas.microsoft.com/office/drawing/2014/main" id="{62D4FB49-8661-3625-B1BB-3E9C6AC2C0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554966"/>
            <a:ext cx="11448000" cy="400110"/>
          </a:xfrm>
          <a:prstGeom prst="rect">
            <a:avLst/>
          </a:prstGeom>
        </p:spPr>
        <p:txBody>
          <a:bodyPr vert="horz" tIns="0" bIns="0" anchor="b" anchorCtr="0">
            <a:spAutoFit/>
          </a:bodyPr>
          <a:lstStyle>
            <a:lvl1pPr>
              <a:defRPr sz="2600">
                <a:solidFill>
                  <a:schemeClr val="tx1"/>
                </a:solidFill>
              </a:defRPr>
            </a:lvl1pPr>
          </a:lstStyle>
          <a:p>
            <a:r>
              <a:rPr kumimoji="1" lang="en-US" altLang="ja-JP"/>
              <a:t>Main Message</a:t>
            </a:r>
            <a:endParaRPr kumimoji="1" lang="ja-JP" altLang="en-US"/>
          </a:p>
        </p:txBody>
      </p:sp>
      <p:sp>
        <p:nvSpPr>
          <p:cNvPr id="8" name="テキスト プレースホルダー 2">
            <a:extLst>
              <a:ext uri="{FF2B5EF4-FFF2-40B4-BE49-F238E27FC236}">
                <a16:creationId xmlns:a16="http://schemas.microsoft.com/office/drawing/2014/main" id="{F7BBF3A6-210B-D5EF-F749-86E85CAF3D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4" y="979385"/>
            <a:ext cx="11448000" cy="2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kumimoji="1" lang="en-US" altLang="ja-JP"/>
              <a:t>Chart Title</a:t>
            </a:r>
            <a:endParaRPr kumimoji="1" lang="ja-JP" altLang="en-US"/>
          </a:p>
        </p:txBody>
      </p:sp>
      <p:sp>
        <p:nvSpPr>
          <p:cNvPr id="10" name="コンテンツ プレースホルダー 4">
            <a:extLst>
              <a:ext uri="{FF2B5EF4-FFF2-40B4-BE49-F238E27FC236}">
                <a16:creationId xmlns:a16="http://schemas.microsoft.com/office/drawing/2014/main" id="{447B21C3-A705-704B-2D1E-74B76A5A0E2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1474" y="1377538"/>
            <a:ext cx="11449051" cy="4857662"/>
          </a:xfrm>
          <a:prstGeom prst="rect">
            <a:avLst/>
          </a:prstGeom>
        </p:spPr>
        <p:txBody>
          <a:bodyPr tIns="0" bIns="0"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 marL="540000" indent="-180000">
              <a:buFont typeface="Wingdings" pitchFamily="2" charset="2"/>
              <a:buChar char="Ø"/>
              <a:defRPr sz="1600">
                <a:solidFill>
                  <a:schemeClr val="tx1"/>
                </a:solidFill>
              </a:defRPr>
            </a:lvl3pPr>
            <a:lvl4pPr marL="720000" indent="-180000">
              <a:buFont typeface="Wingdings" pitchFamily="2" charset="2"/>
              <a:buChar char="ü"/>
              <a:defRPr sz="1600">
                <a:solidFill>
                  <a:schemeClr val="tx1"/>
                </a:solidFill>
              </a:defRPr>
            </a:lvl4pPr>
            <a:lvl5pPr marL="900000" indent="-180000">
              <a:buFont typeface="Wingdings" pitchFamily="2" charset="2"/>
              <a:buChar char="§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8587616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1265E79-47D9-4B17-A967-60D543C5CD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34800"/>
            <a:ext cx="11448000" cy="413999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>
              <a:defRPr sz="2600"/>
            </a:lvl1pPr>
          </a:lstStyle>
          <a:p>
            <a:r>
              <a:rPr kumimoji="1" lang="ja-JP" altLang="en-US"/>
              <a:t>［タイトル］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56F1922-EBFD-0984-2464-4DD07C5D3F5B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chemeClr val="bg1"/>
                </a:solidFill>
              </a:rPr>
              <a:pPr algn="ctr"/>
              <a:t>‹#›</a:t>
            </a:fld>
            <a:endParaRPr kumimoji="0" lang="en-US" altLang="ja-JP" sz="800">
              <a:solidFill>
                <a:schemeClr val="bg1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52477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2">
            <a:extLst>
              <a:ext uri="{FF2B5EF4-FFF2-40B4-BE49-F238E27FC236}">
                <a16:creationId xmlns:a16="http://schemas.microsoft.com/office/drawing/2014/main" id="{6E2DD10F-9530-7664-057B-B2159A9B3A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752400"/>
            <a:ext cx="11440800" cy="396000"/>
          </a:xfrm>
          <a:prstGeom prst="rect">
            <a:avLst/>
          </a:prstGeom>
        </p:spPr>
        <p:txBody>
          <a:bodyPr lIns="0" rIns="0" anchor="b" anchorCtr="0"/>
          <a:lstStyle/>
          <a:p>
            <a:pPr lvl="0"/>
            <a:r>
              <a:rPr kumimoji="1" lang="ja-JP" altLang="en-US"/>
              <a:t>○○○○御中</a:t>
            </a:r>
          </a:p>
        </p:txBody>
      </p:sp>
      <p:sp>
        <p:nvSpPr>
          <p:cNvPr id="3" name="テキスト プレースホルダー 6">
            <a:extLst>
              <a:ext uri="{FF2B5EF4-FFF2-40B4-BE49-F238E27FC236}">
                <a16:creationId xmlns:a16="http://schemas.microsoft.com/office/drawing/2014/main" id="{68755F9C-61CE-506D-3491-59AA8741F68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0800" y="1143727"/>
            <a:ext cx="11440800" cy="1422244"/>
          </a:xfrm>
          <a:prstGeom prst="rect">
            <a:avLst/>
          </a:prstGeom>
        </p:spPr>
        <p:txBody>
          <a:bodyPr lIns="0" tIns="46800" rIns="0" anchor="b"/>
          <a:lstStyle>
            <a:lvl1pPr>
              <a:lnSpc>
                <a:spcPct val="80000"/>
              </a:lnSpc>
              <a:defRPr sz="4400" b="1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［タイトル］</a:t>
            </a:r>
          </a:p>
        </p:txBody>
      </p:sp>
      <p:sp>
        <p:nvSpPr>
          <p:cNvPr id="4" name="テキスト プレースホルダー 10">
            <a:extLst>
              <a:ext uri="{FF2B5EF4-FFF2-40B4-BE49-F238E27FC236}">
                <a16:creationId xmlns:a16="http://schemas.microsoft.com/office/drawing/2014/main" id="{129B1BAA-5126-4805-070E-09CC7DAA635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0800" y="2565971"/>
            <a:ext cx="11440800" cy="375900"/>
          </a:xfrm>
          <a:prstGeom prst="rect">
            <a:avLst/>
          </a:prstGeom>
        </p:spPr>
        <p:txBody>
          <a:bodyPr lIns="0" tIns="46800" rIns="0"/>
          <a:lstStyle>
            <a:lvl1pPr>
              <a:defRPr>
                <a:solidFill>
                  <a:schemeClr val="tx1"/>
                </a:solidFill>
              </a:defRPr>
            </a:lvl1pPr>
            <a:lvl5pPr marL="2438216" indent="0">
              <a:buNone/>
              <a:defRPr/>
            </a:lvl5pPr>
          </a:lstStyle>
          <a:p>
            <a:pPr lvl="0"/>
            <a:r>
              <a:rPr kumimoji="1" lang="en-US" altLang="ja-JP"/>
              <a:t>2026</a:t>
            </a:r>
            <a:r>
              <a:rPr kumimoji="1" lang="ja-JP" altLang="en-US"/>
              <a:t>年〇月〇日　</a:t>
            </a:r>
            <a:r>
              <a:rPr kumimoji="1" lang="en-US" altLang="ja-JP"/>
              <a:t>XXX</a:t>
            </a:r>
            <a:r>
              <a:rPr kumimoji="1" lang="ja-JP" altLang="en-US"/>
              <a:t>株式会社 ○○○○○○</a:t>
            </a:r>
          </a:p>
        </p:txBody>
      </p:sp>
    </p:spTree>
    <p:extLst>
      <p:ext uri="{BB962C8B-B14F-4D97-AF65-F5344CB8AC3E}">
        <p14:creationId xmlns:p14="http://schemas.microsoft.com/office/powerpoint/2010/main" val="1733420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366C2E6-77B5-C628-99E9-2719E9BB1B9A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7772400" imgH="10058400" progId="TCLayout.ActiveDocument.1">
                  <p:embed/>
                </p:oleObj>
              </mc:Choice>
              <mc:Fallback>
                <p:oleObj name="think-cell Slide" r:id="rId2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366C2E6-77B5-C628-99E9-2719E9BB1B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タイトル 1">
            <a:extLst>
              <a:ext uri="{FF2B5EF4-FFF2-40B4-BE49-F238E27FC236}">
                <a16:creationId xmlns:a16="http://schemas.microsoft.com/office/drawing/2014/main" id="{4F42E522-CE3A-6008-C8C6-04F66A8E51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222729"/>
            <a:ext cx="7480800" cy="412538"/>
          </a:xfrm>
          <a:prstGeom prst="rect">
            <a:avLst/>
          </a:prstGeom>
        </p:spPr>
        <p:txBody>
          <a:bodyPr vert="horz" tIns="0" bIns="0">
            <a:noAutofit/>
          </a:bodyPr>
          <a:lstStyle>
            <a:lvl1pPr>
              <a:defRPr sz="2600"/>
            </a:lvl1pPr>
          </a:lstStyle>
          <a:p>
            <a:r>
              <a:rPr kumimoji="1" lang="en-US" altLang="ja-JP"/>
              <a:t>Agenda</a:t>
            </a:r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C3C35FC-0C2C-C5D6-0210-3A570FE264A2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94006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366C2E6-77B5-C628-99E9-2719E9BB1B9A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7772400" imgH="10058400" progId="TCLayout.ActiveDocument.1">
                  <p:embed/>
                </p:oleObj>
              </mc:Choice>
              <mc:Fallback>
                <p:oleObj name="think-cell Slide" r:id="rId2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366C2E6-77B5-C628-99E9-2719E9BB1B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タイトル 1">
            <a:extLst>
              <a:ext uri="{FF2B5EF4-FFF2-40B4-BE49-F238E27FC236}">
                <a16:creationId xmlns:a16="http://schemas.microsoft.com/office/drawing/2014/main" id="{4F42E522-CE3A-6008-C8C6-04F66A8E51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222729"/>
            <a:ext cx="7480800" cy="412538"/>
          </a:xfrm>
          <a:prstGeom prst="rect">
            <a:avLst/>
          </a:prstGeom>
        </p:spPr>
        <p:txBody>
          <a:bodyPr vert="horz" tIns="0" bIns="0">
            <a:noAutofit/>
          </a:bodyPr>
          <a:lstStyle>
            <a:lvl1pPr>
              <a:defRPr sz="2600"/>
            </a:lvl1pPr>
          </a:lstStyle>
          <a:p>
            <a:r>
              <a:rPr kumimoji="1" lang="en-US" altLang="ja-JP"/>
              <a:t>Agenda</a:t>
            </a:r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C3C35FC-0C2C-C5D6-0210-3A570FE264A2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9400685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oleObject" Target="../embeddings/oleObject1.bin"/><Relationship Id="rId8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10807434-350C-4893-6E94-4C9EB9C03B8B}"/>
              </a:ext>
            </a:extLst>
          </p:cNvPr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370971282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7772400" imgH="10058400" progId="TCLayout.ActiveDocument.1">
                  <p:embed/>
                </p:oleObj>
              </mc:Choice>
              <mc:Fallback>
                <p:oleObj name="think-cell Slide" r:id="rId7" imgW="7772400" imgH="10058400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0807434-350C-4893-6E94-4C9EB9C03B8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037A440-03F7-DC4B-BD06-698F971DD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164693"/>
            <a:ext cx="11376026" cy="41253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6DD323A-9269-AE42-951E-F08FD291D3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692150"/>
            <a:ext cx="11387161" cy="579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D1D4E16-E062-D856-6161-F5C259925C14}"/>
              </a:ext>
            </a:extLst>
          </p:cNvPr>
          <p:cNvSpPr txBox="1"/>
          <p:nvPr userDrawn="1"/>
        </p:nvSpPr>
        <p:spPr>
          <a:xfrm>
            <a:off x="370800" y="6562800"/>
            <a:ext cx="4852800" cy="9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288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000">
                <a:solidFill>
                  <a:srgbClr val="6B6B6B"/>
                </a:solidFill>
              </a:rPr>
              <a:t>© 2026</a:t>
            </a:r>
          </a:p>
        </p:txBody>
      </p:sp>
    </p:spTree>
    <p:extLst>
      <p:ext uri="{BB962C8B-B14F-4D97-AF65-F5344CB8AC3E}">
        <p14:creationId xmlns:p14="http://schemas.microsoft.com/office/powerpoint/2010/main" val="2525735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88" r:id="rId1"/>
    <p:sldLayoutId id="2147484089" r:id="rId2"/>
    <p:sldLayoutId id="2147484090" r:id="rId3"/>
    <p:sldLayoutId id="2147484091" r:id="rId4"/>
    <p:sldLayoutId id="2147484092" r:id="rId5"/>
  </p:sldLayoutIdLst>
  <p:hf hdr="0" dt="0"/>
  <p:txStyles>
    <p:titleStyle>
      <a:lvl1pPr algn="l" defTabSz="609555" rtl="0" eaLnBrk="1" fontAlgn="base" hangingPunct="1">
        <a:spcBef>
          <a:spcPct val="0"/>
        </a:spcBef>
        <a:spcAft>
          <a:spcPct val="0"/>
        </a:spcAft>
        <a:defRPr kumimoji="1" sz="2400" b="1" i="0" kern="1200" spc="0" baseline="0">
          <a:solidFill>
            <a:schemeClr val="tx1"/>
          </a:solidFill>
          <a:latin typeface="+mj-ea"/>
          <a:ea typeface="+mj-ea"/>
          <a:cs typeface="HGPGothicE" charset="-128"/>
        </a:defRPr>
      </a:lvl1pPr>
      <a:lvl2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2pPr>
      <a:lvl3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3pPr>
      <a:lvl4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4pPr>
      <a:lvl5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5pPr>
      <a:lvl6pPr marL="609555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6pPr>
      <a:lvl7pPr marL="1219110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7pPr>
      <a:lvl8pPr marL="1828664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8pPr>
      <a:lvl9pPr marL="2438218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9pPr>
    </p:titleStyle>
    <p:bodyStyle>
      <a:lvl1pPr marL="0" indent="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None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1pPr>
      <a:lvl2pPr marL="36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2pPr>
      <a:lvl3pPr marL="54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3pPr>
      <a:lvl4pPr marL="72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4pPr>
      <a:lvl5pPr marL="90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5pPr>
      <a:lvl6pPr marL="3352548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F566-D16A-40BE-C039-67C80A2CF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904" y="374904"/>
            <a:ext cx="9939528" cy="457200"/>
          </a:xfrm>
        </p:spPr>
        <p:txBody>
          <a:bodyPr vert="horz"/>
          <a:lstStyle/>
          <a:p>
            <a:r>
              <a:rPr lang="en-GB" sz="2200" b="1">
                <a:solidFill>
                  <a:srgbClr val="241A17"/>
                </a:solidFill>
                <a:latin typeface="Yu Gothic UI"/>
                <a:ea typeface="Yu Gothic UI"/>
              </a:rPr>
              <a:t>Main Message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D73F1F-49C9-5A45-B9E8-D6F68FC949F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74904" y="914400"/>
            <a:ext cx="9939528" cy="329184"/>
          </a:xfrm>
        </p:spPr>
        <p:txBody>
          <a:bodyPr/>
          <a:lstStyle/>
          <a:p>
            <a:r>
              <a:rPr lang="en-GB" sz="1200" b="0">
                <a:solidFill>
                  <a:srgbClr val="897141"/>
                </a:solidFill>
                <a:latin typeface="Yu Gothic UI"/>
                <a:ea typeface="Yu Gothic UI"/>
              </a:rPr>
              <a:t>Chart Title</a:t>
            </a:r>
          </a:p>
        </p:txBody>
      </p:sp>
      <p:sp>
        <p:nvSpPr>
          <p:cNvPr id="4" name="Source 3"/>
          <p:cNvSpPr txBox="1"/>
          <p:nvPr/>
        </p:nvSpPr>
        <p:spPr>
          <a:xfrm>
            <a:off x="374904" y="6812280"/>
            <a:ext cx="99395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 b="0">
                <a:solidFill>
                  <a:srgbClr val="3E3A39"/>
                </a:solidFill>
                <a:latin typeface="Yu Gothic UI"/>
                <a:ea typeface="Yu Gothic UI"/>
              </a:rPr>
              <a:t>出典: </a:t>
            </a:r>
          </a:p>
        </p:txBody>
      </p:sp>
    </p:spTree>
    <p:extLst>
      <p:ext uri="{BB962C8B-B14F-4D97-AF65-F5344CB8AC3E}">
        <p14:creationId xmlns:p14="http://schemas.microsoft.com/office/powerpoint/2010/main" val="300105342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829&quot;/&gt;&lt;CPresentation id=&quot;1&quot;&gt;&lt;m_precDefaultNumber&gt;&lt;m_yearfmt&gt;&lt;begin val=&quot;0&quot;/&gt;&lt;end val=&quot;4&quot;/&gt;&lt;/m_yearfmt&gt;&lt;/m_precDefaultNumber&gt;&lt;m_precDefaultPercent&gt;&lt;m_yearfmt&gt;&lt;begin val=&quot;0&quot;/&gt;&lt;end val=&quot;4&quot;/&gt;&lt;/m_yearfmt&gt;&lt;/m_precDefaultPercent&gt;&lt;m_precDefaultDate&gt;&lt;m_bNumberIsYear val=&quot;0&quot;/&gt;&lt;m_strFormatTime&gt;%d/%m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d.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4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コンテンツ_Light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3B82F6"/>
      </a:accent1>
      <a:accent2>
        <a:srgbClr val="051C2A"/>
      </a:accent2>
      <a:accent3>
        <a:srgbClr val="10B981"/>
      </a:accent3>
      <a:accent4>
        <a:srgbClr val="EF4444"/>
      </a:accent4>
      <a:accent5>
        <a:srgbClr val="F59E0B"/>
      </a:accent5>
      <a:accent6>
        <a:srgbClr val="A855F7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3175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rIns="0" rtlCol="0">
        <a:spAutoFit/>
      </a:bodyPr>
      <a:lstStyle>
        <a:defPPr algn="l" defTabSz="288000">
          <a:defRPr kumimoji="1" sz="1600">
            <a:latin typeface="+mn-ea"/>
          </a:defRPr>
        </a:defPPr>
      </a:lstStyle>
    </a:tx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NTT_DATA_Template_1609_JP.potx" id="{1EE4CAFD-5AE2-4E1A-8481-AE49321A04D9}" vid="{C426D7B0-6ED6-450F-975A-2903BD4810FA}"/>
    </a:ext>
  </a:extLst>
</a:theme>
</file>

<file path=ppt/theme/theme2.xml><?xml version="1.0" encoding="utf-8"?>
<a:theme xmlns:a="http://schemas.openxmlformats.org/drawingml/2006/main" name="ホワイト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070F26"/>
      </a:accent1>
      <a:accent2>
        <a:srgbClr val="0072BC"/>
      </a:accent2>
      <a:accent3>
        <a:srgbClr val="005B96"/>
      </a:accent3>
      <a:accent4>
        <a:srgbClr val="00DFED"/>
      </a:accent4>
      <a:accent5>
        <a:srgbClr val="00CB5D"/>
      </a:accent5>
      <a:accent6>
        <a:srgbClr val="949494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ホワイト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070F26"/>
      </a:accent1>
      <a:accent2>
        <a:srgbClr val="0072BC"/>
      </a:accent2>
      <a:accent3>
        <a:srgbClr val="005B96"/>
      </a:accent3>
      <a:accent4>
        <a:srgbClr val="00DFED"/>
      </a:accent4>
      <a:accent5>
        <a:srgbClr val="00CB5D"/>
      </a:accent5>
      <a:accent6>
        <a:srgbClr val="949494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DBFA6A1-4DFF-0547-A259-06F47DFE0BE9}">
  <we:reference id="wa200010001" version="1.0.0.0" store="en-US" storeType="OMEX"/>
  <we:alternateReferences>
    <we:reference id="WA200010001" version="1.0.0.0" store="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89E5ACB7EEC446B5C0A053F7ABC581" ma:contentTypeVersion="12" ma:contentTypeDescription="Create a new document." ma:contentTypeScope="" ma:versionID="49a6381a5d329bcfaed59379faf28558">
  <xsd:schema xmlns:xsd="http://www.w3.org/2001/XMLSchema" xmlns:xs="http://www.w3.org/2001/XMLSchema" xmlns:p="http://schemas.microsoft.com/office/2006/metadata/properties" xmlns:ns2="17f56e19-48dc-4865-971f-f3b491f58a87" xmlns:ns3="0ae734c6-b731-48fe-9f9a-77498299e3e1" targetNamespace="http://schemas.microsoft.com/office/2006/metadata/properties" ma:root="true" ma:fieldsID="35126cdf82824cec3c7d4aa0c3dbcd07" ns2:_="" ns3:_="">
    <xsd:import namespace="17f56e19-48dc-4865-971f-f3b491f58a87"/>
    <xsd:import namespace="0ae734c6-b731-48fe-9f9a-77498299e3e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f56e19-48dc-4865-971f-f3b491f58a8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0a46d487-6153-4679-b33a-1c23836d6ac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e734c6-b731-48fe-9f9a-77498299e3e1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ed946c69-c5f6-49a2-9b20-89fcb4f2bd81}" ma:internalName="TaxCatchAll" ma:showField="CatchAllData" ma:web="0ae734c6-b731-48fe-9f9a-77498299e3e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7f56e19-48dc-4865-971f-f3b491f58a87">
      <Terms xmlns="http://schemas.microsoft.com/office/infopath/2007/PartnerControls"/>
    </lcf76f155ced4ddcb4097134ff3c332f>
    <TaxCatchAll xmlns="0ae734c6-b731-48fe-9f9a-77498299e3e1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EAAEA5F-B73F-4C18-982C-3CA15C78874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7f56e19-48dc-4865-971f-f3b491f58a87"/>
    <ds:schemaRef ds:uri="0ae734c6-b731-48fe-9f9a-77498299e3e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0F19364-6506-4AE9-B1C7-2E3E6444FD05}">
  <ds:schemaRefs>
    <ds:schemaRef ds:uri="http://purl.org/dc/dcmitype/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0ae734c6-b731-48fe-9f9a-77498299e3e1"/>
    <ds:schemaRef ds:uri="http://purl.org/dc/terms/"/>
    <ds:schemaRef ds:uri="http://www.w3.org/XML/1998/namespace"/>
    <ds:schemaRef ds:uri="http://schemas.openxmlformats.org/package/2006/metadata/core-properties"/>
    <ds:schemaRef ds:uri="17f56e19-48dc-4865-971f-f3b491f58a87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5548F579-53B8-4B8C-9F58-0D818877B6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CorpPresentation_Template_169_J</Template>
  <TotalTime>51</TotalTime>
  <Words>130</Words>
  <Application>Microsoft Macintosh PowerPoint</Application>
  <PresentationFormat>Widescreen</PresentationFormat>
  <Paragraphs>38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Meiryo UI</vt:lpstr>
      <vt:lpstr>Arial</vt:lpstr>
      <vt:lpstr>Wingdings</vt:lpstr>
      <vt:lpstr>1_コンテンツ_Light</vt:lpstr>
      <vt:lpstr>think-cell Slide</vt:lpstr>
      <vt:lpstr>Main Message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上原　光徳</dc:creator>
  <cp:lastModifiedBy>福元 允亮</cp:lastModifiedBy>
  <cp:revision>2</cp:revision>
  <cp:lastPrinted>2025-09-08T08:32:45Z</cp:lastPrinted>
  <dcterms:created xsi:type="dcterms:W3CDTF">2023-08-02T14:40:51Z</dcterms:created>
  <dcterms:modified xsi:type="dcterms:W3CDTF">2026-03-26T07:41:58Z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0x010100F389E5ACB7EEC446B5C0A053F7ABC581</vt:lpwstr>
  </property>
  <property fmtid="{D5CDD505-2E9C-101B-9397-08002B2CF9AE}" pid="3" name="MediaServiceImageTags">
    <vt:lpwstr/>
  </property>
</Properties>
</file>