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99" r:id="rId8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ns3:sldGuideLst>
        <ns3:guide id="1" pos="3368" userDrawn="1">
          <ns3:clr>
            <a:srgbClr val="A4A3A4"/>
          </ns3:clr>
        </ns3:guide>
        <ns3:guide id="2" pos="3489" userDrawn="1">
          <ns3:clr>
            <a:srgbClr val="A4A3A4"/>
          </ns3:clr>
        </ns3:guide>
        <ns3:guide id="3" orient="horz" pos="2381" userDrawn="1">
          <ns3:clr>
            <a:srgbClr val="A4A3A4"/>
          </ns3:clr>
        </ns3:guide>
        <ns3:guide id="5" pos="3246" userDrawn="1">
          <ns3:clr>
            <a:srgbClr val="A4A3A4"/>
          </ns3:clr>
        </ns3:guide>
        <ns3:guide id="7" orient="horz" pos="2608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AAF458F5-A81B-84D6-F7A5-159FF9CB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ns2:creationId id="{F6CF9AE3-9F4C-B879-936D-5958A9C54F4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 spc="-54"/>
              <a:t/>
            </a:r>
            <a:br>
              <a:rPr lang="ja-JP" altLang="en-US" sz="2200" spc="-54"/>
            </a:br>
            <a:endParaRPr kumimoji="1" lang="ja-JP" altLang="en-US" sz="2200"/>
          </a:p>
        </p:txBody>
      </p:sp>
      <p:sp>
        <p:nvSpPr>
          <p:cNvPr id="5" name="Text Placeholder 2">
            <a:extLst>
              <a:ext uri="{FF2B5EF4-FFF2-40B4-BE49-F238E27FC236}">
                <ns2:creationId id="{EB2A8FEE-8E0B-512C-9DB7-5E18155BD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lang="en-US" altLang="ja-JP" sz="1400" b="1"/>
          </a:p>
        </p:txBody>
      </p:sp>
      <p:sp>
        <p:nvSpPr>
          <p:cNvPr id="72" name="object 8">
            <a:extLst>
              <a:ext uri="{FF2B5EF4-FFF2-40B4-BE49-F238E27FC236}">
                <ns2:creationId id="{BFD69264-C250-F2C8-E86F-DDA5373E5189}"/>
              </a:ext>
            </a:extLst>
          </p:cNvPr>
          <p:cNvSpPr/>
          <p:nvPr/>
        </p:nvSpPr>
        <p:spPr>
          <a:xfrm>
            <a:off x="373252" y="1700387"/>
            <a:ext cx="4779773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ns2:creationId id="{5EA595C6-B86A-43F5-8BCA-BBB4171C8C3B}"/>
              </a:ext>
            </a:extLst>
          </p:cNvPr>
          <p:cNvSpPr/>
          <p:nvPr/>
        </p:nvSpPr>
        <p:spPr>
          <a:xfrm>
            <a:off x="371474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sp>
        <p:nvSpPr>
          <p:cNvPr id="7" name="Source 3">
            <a:extLst>
              <a:ext uri="{FF2B5EF4-FFF2-40B4-BE49-F238E27FC236}">
                <ns2:creationId id="{033AAEFA-A36C-24D9-39CB-B899DF757F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r>
              <a:rPr kumimoji="1" lang="ja-JP" altLang="en-US" sz="600"/>
              <a:t/>
            </a: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  <a:r>
              <a:rPr kumimoji="1" lang="en-US" altLang="ja-JP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</a:p>
          <a:p>
            <a:r>
              <a:rPr kumimoji="1" lang="ja-JP" altLang="en-US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en-US" altLang="ja-JP" sz="600"/>
              <a:t/>
            </a:r>
            <a:endParaRPr kumimoji="1" lang="ja-JP" altLang="en-US" sz="600"/>
          </a:p>
        </p:txBody>
      </p:sp>
      <p:sp>
        <p:nvSpPr>
          <p:cNvPr id="8" name="object 8">
            <a:extLst>
              <a:ext uri="{FF2B5EF4-FFF2-40B4-BE49-F238E27FC236}">
                <ns2:creationId id="{532C778C-1A54-5B4D-BF81-752AD85837B3}"/>
              </a:ext>
            </a:extLst>
          </p:cNvPr>
          <p:cNvSpPr/>
          <p:nvPr/>
        </p:nvSpPr>
        <p:spPr>
          <a:xfrm>
            <a:off x="5555990" y="1700387"/>
            <a:ext cx="4779773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9" name="正方形/長方形 8">
            <a:extLst>
              <a:ext uri="{FF2B5EF4-FFF2-40B4-BE49-F238E27FC236}">
                <ns2:creationId id="{05B21B84-6D99-A5C3-EF7F-2A48D186AF43}"/>
              </a:ext>
            </a:extLst>
          </p:cNvPr>
          <p:cNvSpPr/>
          <p:nvPr/>
        </p:nvSpPr>
        <p:spPr>
          <a:xfrm>
            <a:off x="5554212" y="1756847"/>
            <a:ext cx="4781551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graphicFrame>
        <p:nvGraphicFramePr>
          <p:cNvPr id="73" name="Overview Table"/>
          <p:cNvGraphicFramePr>
            <a:graphicFrameLocks noGrp="1"/>
          </p:cNvGraphicFramePr>
          <p:nvPr/>
        </p:nvGraphicFramePr>
        <p:xfrm>
          <a:off x="374904" y="1755648"/>
          <a:ext cx="47823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809"/>
                <a:gridCol w="3108502"/>
              </a:tblGrid>
              <a:tr h="2468880">
                <a:tc>
                  <a:txBody>
                    <a:bodyPr/>
                    <a:lstStyle/>
                    <a:p>
                      <a:pPr algn="l"/>
                      <a:r>
                        <a:rPr lang="ja-JP" sz="1000">
                          <a:latin typeface="Yu Gothic UI"/>
                          <a:ea typeface="Yu Gothic UI"/>
                          <a:solidFill>
                            <a:srgbClr val="241A17"/>
                          </a:solidFill>
                        </a:rPr>
                        <a:t>商号</a:t>
                      </a:r>
                    </a:p>
                  </a:txBody>
                  <a:tcPr anchor="ctr">
                    <a:solidFill>
                      <a:srgbClr val="F2E8DD"/>
                    </a:solidFill>
                    <a:lnL w="6350" cap="flat" cmpd="sng" algn="ctr">
                      <a:solidFill>
                        <a:srgbClr val="CDCECE"/>
                      </a:solidFill>
                    </a:lnL>
                    <a:lnR w="6350" cap="flat" cmpd="sng" algn="ctr">
                      <a:solidFill>
                        <a:srgbClr val="CDCECE"/>
                      </a:solidFill>
                    </a:lnR>
                    <a:lnT w="6350" cap="flat" cmpd="sng" algn="ctr">
                      <a:solidFill>
                        <a:srgbClr val="CDCECE"/>
                      </a:solidFill>
                    </a:lnT>
                    <a:lnB w="6350" cap="flat" cmpd="sng" algn="ctr">
                      <a:solidFill>
                        <a:srgbClr val="CDCE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>
                          <a:latin typeface="Yu Gothic UI"/>
                          <a:ea typeface="Yu Gothic UI"/>
                          <a:solidFill>
                            <a:srgbClr val="241A17"/>
                          </a:solidFill>
                        </a:rPr>
                        <a:t>（テンプレート行 1）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DCECE"/>
                      </a:solidFill>
                    </a:lnL>
                    <a:lnR w="6350" cap="flat" cmpd="sng" algn="ctr">
                      <a:solidFill>
                        <a:srgbClr val="CDCECE"/>
                      </a:solidFill>
                    </a:lnR>
                    <a:lnT w="6350" cap="flat" cmpd="sng" algn="ctr">
                      <a:solidFill>
                        <a:srgbClr val="CDCECE"/>
                      </a:solidFill>
                    </a:lnT>
                    <a:lnB w="6350" cap="flat" cmpd="sng" algn="ctr">
                      <a:solidFill>
                        <a:srgbClr val="CDCECE"/>
                      </a:solidFill>
                    </a:lnB>
                  </a:tcPr>
                </a:tc>
              </a:tr>
              <a:tr h="2468880">
                <a:tc>
                  <a:txBody>
                    <a:bodyPr/>
                    <a:lstStyle/>
                    <a:p>
                      <a:pPr algn="l"/>
                      <a:r>
                        <a:rPr lang="ja-JP" sz="1000">
                          <a:latin typeface="Yu Gothic UI"/>
                          <a:ea typeface="Yu Gothic UI"/>
                          <a:solidFill>
                            <a:srgbClr val="241A17"/>
                          </a:solidFill>
                        </a:rPr>
                        <a:t>本店所在地</a:t>
                      </a:r>
                    </a:p>
                  </a:txBody>
                  <a:tcPr anchor="ctr">
                    <a:solidFill>
                      <a:srgbClr val="F2E8DD"/>
                    </a:solidFill>
                    <a:lnL w="6350" cap="flat" cmpd="sng" algn="ctr">
                      <a:solidFill>
                        <a:srgbClr val="CDCECE"/>
                      </a:solidFill>
                    </a:lnL>
                    <a:lnR w="6350" cap="flat" cmpd="sng" algn="ctr">
                      <a:solidFill>
                        <a:srgbClr val="CDCECE"/>
                      </a:solidFill>
                    </a:lnR>
                    <a:lnT w="6350" cap="flat" cmpd="sng" algn="ctr">
                      <a:solidFill>
                        <a:srgbClr val="CDCECE"/>
                      </a:solidFill>
                    </a:lnT>
                    <a:lnB w="6350" cap="flat" cmpd="sng" algn="ctr">
                      <a:solidFill>
                        <a:srgbClr val="CDCEC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>
                          <a:latin typeface="Yu Gothic UI"/>
                          <a:ea typeface="Yu Gothic UI"/>
                          <a:solidFill>
                            <a:srgbClr val="241A17"/>
                          </a:solidFill>
                        </a:rPr>
                        <a:t>（テンプレート行 2）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CDCECE"/>
                      </a:solidFill>
                    </a:lnL>
                    <a:lnR w="6350" cap="flat" cmpd="sng" algn="ctr">
                      <a:solidFill>
                        <a:srgbClr val="CDCECE"/>
                      </a:solidFill>
                    </a:lnR>
                    <a:lnT w="6350" cap="flat" cmpd="sng" algn="ctr">
                      <a:solidFill>
                        <a:srgbClr val="CDCECE"/>
                      </a:solidFill>
                    </a:lnT>
                    <a:lnB w="6350" cap="flat" cmpd="sng" algn="ctr">
                      <a:solidFill>
                        <a:srgbClr val="CDCEC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4" name="Photo Caption 1"/>
          <p:cNvSpPr txBox="1"/>
          <p:nvPr/>
        </p:nvSpPr>
        <p:spPr>
          <a:xfrm>
            <a:off x="5550408" y="1755648"/>
            <a:ext cx="4782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lang="ja-JP" sz="1000" b="1">
                <a:latin typeface="Yu Gothic UI"/>
                <a:ea typeface="Yu Gothic UI"/>
                <a:solidFill>
                  <a:srgbClr val="241A17"/>
                </a:solidFill>
              </a:rPr>
              <a:t>本社家屋</a:t>
            </a:r>
          </a:p>
        </p:txBody>
      </p:sp>
      <p:sp>
        <p:nvSpPr>
          <p:cNvPr id="75" name="Photo Area 1"/>
          <p:cNvSpPr/>
          <p:nvPr/>
        </p:nvSpPr>
        <p:spPr>
          <a:xfrm>
            <a:off x="5550408" y="2075688"/>
            <a:ext cx="4782312" cy="2194560"/>
          </a:xfrm>
          <a:prstGeom prst="rect">
            <a:avLst/>
          </a:prstGeom>
          <a:solidFill>
            <a:srgbClr val="F2E8DD"/>
          </a:solidFill>
          <a:ln w="6350">
            <a:solidFill>
              <a:srgbClr val="CDC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Photo Caption 2"/>
          <p:cNvSpPr txBox="1"/>
          <p:nvPr/>
        </p:nvSpPr>
        <p:spPr>
          <a:xfrm>
            <a:off x="5550408" y="4361688"/>
            <a:ext cx="47823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lang="ja-JP" sz="1000" b="1">
                <a:latin typeface="Yu Gothic UI"/>
                <a:ea typeface="Yu Gothic UI"/>
                <a:solidFill>
                  <a:srgbClr val="241A17"/>
                </a:solidFill>
              </a:rPr>
              <a:t>主要製品 / サービス</a:t>
            </a:r>
          </a:p>
        </p:txBody>
      </p:sp>
      <p:sp>
        <p:nvSpPr>
          <p:cNvPr id="77" name="Photo Area 2"/>
          <p:cNvSpPr/>
          <p:nvPr/>
        </p:nvSpPr>
        <p:spPr>
          <a:xfrm>
            <a:off x="5550408" y="4681728"/>
            <a:ext cx="4782312" cy="2194560"/>
          </a:xfrm>
          <a:prstGeom prst="rect">
            <a:avLst/>
          </a:prstGeom>
          <a:solidFill>
            <a:srgbClr val="F2E8DD"/>
          </a:solidFill>
          <a:ln w="6350">
            <a:solidFill>
              <a:srgbClr val="CDC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ns3:creationId val="21496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Macintosh PowerPoint</Application>
  <PresentationFormat>ユーザー設定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Yu Gothic UI</vt:lpstr>
      <vt:lpstr>游ゴシック</vt:lpstr>
      <vt:lpstr>Arial</vt:lpstr>
      <vt:lpstr>Wingdings</vt:lpstr>
      <vt:lpstr>Wingdings 2</vt:lpstr>
      <vt:lpstr>Office Theme</vt:lpstr>
      <vt:lpstr>PowerPoint プレゼンテーション</vt:lpstr>
      <vt:lpstr>標準カラーパレット </vt:lpstr>
      <vt:lpstr>Title（Yu Gothic UI フォント22pt） </vt:lpstr>
      <vt:lpstr>スライドレイアウト① </vt:lpstr>
      <vt:lpstr>スライドレイアウト② </vt:lpstr>
      <vt:lpstr>スライドレイアウト③ </vt:lpstr>
      <vt:lpstr>スライドレイアウト④ </vt:lpstr>
      <vt:lpstr>スライドレイアウト⑥ </vt:lpstr>
      <vt:lpstr>スライドレイアウト⑦ </vt:lpstr>
      <vt:lpstr>スライドレイアウト⑧ </vt:lpstr>
      <vt:lpstr>スライドレイアウト⑨ </vt:lpstr>
      <vt:lpstr>スライドレイアウト⑩ </vt:lpstr>
      <vt:lpstr>スライドレイアウト⑪ </vt:lpstr>
      <vt:lpstr>目次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2</cp:revision>
  <cp:lastPrinted>2025-09-22T09:16:40Z</cp:lastPrinted>
  <dcterms:created xsi:type="dcterms:W3CDTF">2022-05-20T02:40:37Z</dcterms:created>
  <dcterms:modified xsi:type="dcterms:W3CDTF">2026-05-01T08:35:10Z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